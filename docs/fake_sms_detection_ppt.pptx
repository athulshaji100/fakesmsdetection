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56" r:id="rId5"/>
    <p:sldId id="257" r:id="rId6"/>
    <p:sldId id="258" r:id="rId7"/>
    <p:sldId id="259" r:id="rId8"/>
    <p:sldId id="281" r:id="rId9"/>
    <p:sldId id="291" r:id="rId10"/>
    <p:sldId id="293" r:id="rId11"/>
    <p:sldId id="265" r:id="rId12"/>
    <p:sldId id="267" r:id="rId13"/>
    <p:sldId id="294" r:id="rId14"/>
    <p:sldId id="295" r:id="rId15"/>
    <p:sldId id="296" r:id="rId16"/>
    <p:sldId id="297" r:id="rId17"/>
    <p:sldId id="302" r:id="rId18"/>
    <p:sldId id="303" r:id="rId19"/>
    <p:sldId id="304" r:id="rId20"/>
    <p:sldId id="306" r:id="rId21"/>
    <p:sldId id="305" r:id="rId22"/>
    <p:sldId id="307" r:id="rId23"/>
    <p:sldId id="30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89A2"/>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5033" autoAdjust="0"/>
  </p:normalViewPr>
  <p:slideViewPr>
    <p:cSldViewPr snapToGrid="0">
      <p:cViewPr varScale="1">
        <p:scale>
          <a:sx n="82" d="100"/>
          <a:sy n="82" d="100"/>
        </p:scale>
        <p:origin x="1142" y="72"/>
      </p:cViewPr>
      <p:guideLst/>
    </p:cSldViewPr>
  </p:slideViewPr>
  <p:outlineViewPr>
    <p:cViewPr>
      <p:scale>
        <a:sx n="33" d="100"/>
        <a:sy n="33" d="100"/>
      </p:scale>
      <p:origin x="0" y="-864"/>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2299"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A2C722-3C65-41BF-9049-EEBA6394473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6A42D3B-F340-461F-AD2B-4A2EE270C683}">
      <dgm:prSet/>
      <dgm:spPr/>
      <dgm:t>
        <a:bodyPr/>
        <a:lstStyle/>
        <a:p>
          <a:r>
            <a:rPr lang="en-US"/>
            <a:t>Being the most Frequent source of communication, understand how Fake SMS are sent.</a:t>
          </a:r>
        </a:p>
      </dgm:t>
    </dgm:pt>
    <dgm:pt modelId="{D62E7490-7B18-4CED-8F2E-5CC92230589F}" type="parTrans" cxnId="{A2BCBB8E-138C-4052-AA1B-B766229F3625}">
      <dgm:prSet/>
      <dgm:spPr/>
      <dgm:t>
        <a:bodyPr/>
        <a:lstStyle/>
        <a:p>
          <a:endParaRPr lang="en-US"/>
        </a:p>
      </dgm:t>
    </dgm:pt>
    <dgm:pt modelId="{D19B9017-CA51-4DCD-93CD-CAEAECE8D3A9}" type="sibTrans" cxnId="{A2BCBB8E-138C-4052-AA1B-B766229F3625}">
      <dgm:prSet/>
      <dgm:spPr/>
      <dgm:t>
        <a:bodyPr/>
        <a:lstStyle/>
        <a:p>
          <a:endParaRPr lang="en-US"/>
        </a:p>
      </dgm:t>
    </dgm:pt>
    <dgm:pt modelId="{9904AC7E-A80E-4063-BD5A-10ABE247B75B}">
      <dgm:prSet/>
      <dgm:spPr/>
      <dgm:t>
        <a:bodyPr/>
        <a:lstStyle/>
        <a:p>
          <a:r>
            <a:rPr lang="en-US"/>
            <a:t>Find a database of Fake SMS and understand the pattern.</a:t>
          </a:r>
        </a:p>
      </dgm:t>
    </dgm:pt>
    <dgm:pt modelId="{5477DF8D-F67D-43A7-8998-A80E1AEFDBED}" type="parTrans" cxnId="{C0D79146-D0C8-4FC0-A8D5-16C7762A3B1B}">
      <dgm:prSet/>
      <dgm:spPr/>
      <dgm:t>
        <a:bodyPr/>
        <a:lstStyle/>
        <a:p>
          <a:endParaRPr lang="en-US"/>
        </a:p>
      </dgm:t>
    </dgm:pt>
    <dgm:pt modelId="{40633F56-DEAD-4490-B1A3-EF08FF2F5D2E}" type="sibTrans" cxnId="{C0D79146-D0C8-4FC0-A8D5-16C7762A3B1B}">
      <dgm:prSet/>
      <dgm:spPr/>
      <dgm:t>
        <a:bodyPr/>
        <a:lstStyle/>
        <a:p>
          <a:endParaRPr lang="en-US"/>
        </a:p>
      </dgm:t>
    </dgm:pt>
    <dgm:pt modelId="{6B3CFC89-2BBB-4843-A1CF-D994938AB971}">
      <dgm:prSet/>
      <dgm:spPr/>
      <dgm:t>
        <a:bodyPr/>
        <a:lstStyle/>
        <a:p>
          <a:r>
            <a:rPr lang="en-US"/>
            <a:t>Use domain knowledge and Text analytics to find the pattern and identify Fake SMS</a:t>
          </a:r>
        </a:p>
      </dgm:t>
    </dgm:pt>
    <dgm:pt modelId="{F2F3F330-E46D-4DC1-A4F4-685734A6940A}" type="parTrans" cxnId="{D883E21A-BFB1-421C-9EF4-E69C23B904D9}">
      <dgm:prSet/>
      <dgm:spPr/>
      <dgm:t>
        <a:bodyPr/>
        <a:lstStyle/>
        <a:p>
          <a:endParaRPr lang="en-US"/>
        </a:p>
      </dgm:t>
    </dgm:pt>
    <dgm:pt modelId="{A8B41D80-A32A-43C9-B176-1E985CD011BE}" type="sibTrans" cxnId="{D883E21A-BFB1-421C-9EF4-E69C23B904D9}">
      <dgm:prSet/>
      <dgm:spPr/>
      <dgm:t>
        <a:bodyPr/>
        <a:lstStyle/>
        <a:p>
          <a:endParaRPr lang="en-US"/>
        </a:p>
      </dgm:t>
    </dgm:pt>
    <dgm:pt modelId="{9280EFAD-05A7-4645-85BF-81F4518D0434}">
      <dgm:prSet/>
      <dgm:spPr/>
      <dgm:t>
        <a:bodyPr/>
        <a:lstStyle/>
        <a:p>
          <a:r>
            <a:rPr lang="en-US"/>
            <a:t>Train machine learning models to predict the Fake SMS in future.</a:t>
          </a:r>
        </a:p>
      </dgm:t>
    </dgm:pt>
    <dgm:pt modelId="{3073A412-097A-47E0-8A5A-810A3473591A}" type="parTrans" cxnId="{FBC16C82-0788-4778-BD58-8FB0E3D9D685}">
      <dgm:prSet/>
      <dgm:spPr/>
      <dgm:t>
        <a:bodyPr/>
        <a:lstStyle/>
        <a:p>
          <a:endParaRPr lang="en-US"/>
        </a:p>
      </dgm:t>
    </dgm:pt>
    <dgm:pt modelId="{F1097F99-DD18-42EE-8EE1-CE246719FF54}" type="sibTrans" cxnId="{FBC16C82-0788-4778-BD58-8FB0E3D9D685}">
      <dgm:prSet/>
      <dgm:spPr/>
      <dgm:t>
        <a:bodyPr/>
        <a:lstStyle/>
        <a:p>
          <a:endParaRPr lang="en-US"/>
        </a:p>
      </dgm:t>
    </dgm:pt>
    <dgm:pt modelId="{AFB4E377-8FEF-4BFA-B5F3-422510717BB4}" type="pres">
      <dgm:prSet presAssocID="{2EA2C722-3C65-41BF-9049-EEBA6394473C}" presName="root" presStyleCnt="0">
        <dgm:presLayoutVars>
          <dgm:dir/>
          <dgm:resizeHandles val="exact"/>
        </dgm:presLayoutVars>
      </dgm:prSet>
      <dgm:spPr/>
    </dgm:pt>
    <dgm:pt modelId="{D0314B9C-1FA3-4495-B7CA-89B0FC2F038D}" type="pres">
      <dgm:prSet presAssocID="{C6A42D3B-F340-461F-AD2B-4A2EE270C683}" presName="compNode" presStyleCnt="0"/>
      <dgm:spPr/>
    </dgm:pt>
    <dgm:pt modelId="{CA87A495-3671-4C14-85AD-CDD42C173343}" type="pres">
      <dgm:prSet presAssocID="{C6A42D3B-F340-461F-AD2B-4A2EE270C683}" presName="bgRect" presStyleLbl="bgShp" presStyleIdx="0" presStyleCnt="4"/>
      <dgm:spPr/>
    </dgm:pt>
    <dgm:pt modelId="{49A42E70-D1D1-4892-8892-2448228FA38F}" type="pres">
      <dgm:prSet presAssocID="{C6A42D3B-F340-461F-AD2B-4A2EE270C68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87946CB7-5AEC-4ECF-9235-DCAE7791AF00}" type="pres">
      <dgm:prSet presAssocID="{C6A42D3B-F340-461F-AD2B-4A2EE270C683}" presName="spaceRect" presStyleCnt="0"/>
      <dgm:spPr/>
    </dgm:pt>
    <dgm:pt modelId="{27E1546B-43DD-44E6-9E2B-F3FBB0E10E43}" type="pres">
      <dgm:prSet presAssocID="{C6A42D3B-F340-461F-AD2B-4A2EE270C683}" presName="parTx" presStyleLbl="revTx" presStyleIdx="0" presStyleCnt="4">
        <dgm:presLayoutVars>
          <dgm:chMax val="0"/>
          <dgm:chPref val="0"/>
        </dgm:presLayoutVars>
      </dgm:prSet>
      <dgm:spPr/>
    </dgm:pt>
    <dgm:pt modelId="{E74715C5-7E7A-449A-87C3-C355DC07E008}" type="pres">
      <dgm:prSet presAssocID="{D19B9017-CA51-4DCD-93CD-CAEAECE8D3A9}" presName="sibTrans" presStyleCnt="0"/>
      <dgm:spPr/>
    </dgm:pt>
    <dgm:pt modelId="{62CAFEBF-08F6-432D-B75A-0D6980D4A824}" type="pres">
      <dgm:prSet presAssocID="{9904AC7E-A80E-4063-BD5A-10ABE247B75B}" presName="compNode" presStyleCnt="0"/>
      <dgm:spPr/>
    </dgm:pt>
    <dgm:pt modelId="{F38F27B0-A22F-484D-A475-26B4D04E9465}" type="pres">
      <dgm:prSet presAssocID="{9904AC7E-A80E-4063-BD5A-10ABE247B75B}" presName="bgRect" presStyleLbl="bgShp" presStyleIdx="1" presStyleCnt="4"/>
      <dgm:spPr/>
    </dgm:pt>
    <dgm:pt modelId="{8EC1616B-9D12-4DC6-9373-1F5D6515B24F}" type="pres">
      <dgm:prSet presAssocID="{9904AC7E-A80E-4063-BD5A-10ABE247B75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mart Phone"/>
        </a:ext>
      </dgm:extLst>
    </dgm:pt>
    <dgm:pt modelId="{87F70467-DEDB-4DDA-A97D-C01991437282}" type="pres">
      <dgm:prSet presAssocID="{9904AC7E-A80E-4063-BD5A-10ABE247B75B}" presName="spaceRect" presStyleCnt="0"/>
      <dgm:spPr/>
    </dgm:pt>
    <dgm:pt modelId="{6B47BE0B-C970-4D22-BFCA-368BF9966151}" type="pres">
      <dgm:prSet presAssocID="{9904AC7E-A80E-4063-BD5A-10ABE247B75B}" presName="parTx" presStyleLbl="revTx" presStyleIdx="1" presStyleCnt="4">
        <dgm:presLayoutVars>
          <dgm:chMax val="0"/>
          <dgm:chPref val="0"/>
        </dgm:presLayoutVars>
      </dgm:prSet>
      <dgm:spPr/>
    </dgm:pt>
    <dgm:pt modelId="{382AF520-DCFC-4AD2-BAE3-937EB6021BC5}" type="pres">
      <dgm:prSet presAssocID="{40633F56-DEAD-4490-B1A3-EF08FF2F5D2E}" presName="sibTrans" presStyleCnt="0"/>
      <dgm:spPr/>
    </dgm:pt>
    <dgm:pt modelId="{8F8CE665-D410-49F8-82CC-D2E0489C224E}" type="pres">
      <dgm:prSet presAssocID="{6B3CFC89-2BBB-4843-A1CF-D994938AB971}" presName="compNode" presStyleCnt="0"/>
      <dgm:spPr/>
    </dgm:pt>
    <dgm:pt modelId="{470E7D14-80C6-42CF-8FD7-5E96B9FE25BA}" type="pres">
      <dgm:prSet presAssocID="{6B3CFC89-2BBB-4843-A1CF-D994938AB971}" presName="bgRect" presStyleLbl="bgShp" presStyleIdx="2" presStyleCnt="4"/>
      <dgm:spPr/>
    </dgm:pt>
    <dgm:pt modelId="{A150B11E-5014-4493-A85B-1CCD8ECC7289}" type="pres">
      <dgm:prSet presAssocID="{6B3CFC89-2BBB-4843-A1CF-D994938AB97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9B7233E5-D0CC-4689-BF3F-FC9D7D1EB56D}" type="pres">
      <dgm:prSet presAssocID="{6B3CFC89-2BBB-4843-A1CF-D994938AB971}" presName="spaceRect" presStyleCnt="0"/>
      <dgm:spPr/>
    </dgm:pt>
    <dgm:pt modelId="{D420784F-DAC1-4975-BA22-A592CAFF9395}" type="pres">
      <dgm:prSet presAssocID="{6B3CFC89-2BBB-4843-A1CF-D994938AB971}" presName="parTx" presStyleLbl="revTx" presStyleIdx="2" presStyleCnt="4">
        <dgm:presLayoutVars>
          <dgm:chMax val="0"/>
          <dgm:chPref val="0"/>
        </dgm:presLayoutVars>
      </dgm:prSet>
      <dgm:spPr/>
    </dgm:pt>
    <dgm:pt modelId="{32D6D829-F8DA-4915-BEF5-29C3B2F1DD22}" type="pres">
      <dgm:prSet presAssocID="{A8B41D80-A32A-43C9-B176-1E985CD011BE}" presName="sibTrans" presStyleCnt="0"/>
      <dgm:spPr/>
    </dgm:pt>
    <dgm:pt modelId="{EB3B8EF5-EF57-4FBE-AF12-D1F572BD1595}" type="pres">
      <dgm:prSet presAssocID="{9280EFAD-05A7-4645-85BF-81F4518D0434}" presName="compNode" presStyleCnt="0"/>
      <dgm:spPr/>
    </dgm:pt>
    <dgm:pt modelId="{E0A7C083-3AA1-4941-8505-C869D9FBFF77}" type="pres">
      <dgm:prSet presAssocID="{9280EFAD-05A7-4645-85BF-81F4518D0434}" presName="bgRect" presStyleLbl="bgShp" presStyleIdx="3" presStyleCnt="4"/>
      <dgm:spPr/>
    </dgm:pt>
    <dgm:pt modelId="{20FC75F2-E5DC-446E-84CB-99F2629E0D2F}" type="pres">
      <dgm:prSet presAssocID="{9280EFAD-05A7-4645-85BF-81F4518D043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ain"/>
        </a:ext>
      </dgm:extLst>
    </dgm:pt>
    <dgm:pt modelId="{82CA13D1-4568-43C5-BEF5-F699384A6BA7}" type="pres">
      <dgm:prSet presAssocID="{9280EFAD-05A7-4645-85BF-81F4518D0434}" presName="spaceRect" presStyleCnt="0"/>
      <dgm:spPr/>
    </dgm:pt>
    <dgm:pt modelId="{241774D8-B70F-4787-8EC6-4071D5D49A16}" type="pres">
      <dgm:prSet presAssocID="{9280EFAD-05A7-4645-85BF-81F4518D0434}" presName="parTx" presStyleLbl="revTx" presStyleIdx="3" presStyleCnt="4">
        <dgm:presLayoutVars>
          <dgm:chMax val="0"/>
          <dgm:chPref val="0"/>
        </dgm:presLayoutVars>
      </dgm:prSet>
      <dgm:spPr/>
    </dgm:pt>
  </dgm:ptLst>
  <dgm:cxnLst>
    <dgm:cxn modelId="{D883E21A-BFB1-421C-9EF4-E69C23B904D9}" srcId="{2EA2C722-3C65-41BF-9049-EEBA6394473C}" destId="{6B3CFC89-2BBB-4843-A1CF-D994938AB971}" srcOrd="2" destOrd="0" parTransId="{F2F3F330-E46D-4DC1-A4F4-685734A6940A}" sibTransId="{A8B41D80-A32A-43C9-B176-1E985CD011BE}"/>
    <dgm:cxn modelId="{C0D79146-D0C8-4FC0-A8D5-16C7762A3B1B}" srcId="{2EA2C722-3C65-41BF-9049-EEBA6394473C}" destId="{9904AC7E-A80E-4063-BD5A-10ABE247B75B}" srcOrd="1" destOrd="0" parTransId="{5477DF8D-F67D-43A7-8998-A80E1AEFDBED}" sibTransId="{40633F56-DEAD-4490-B1A3-EF08FF2F5D2E}"/>
    <dgm:cxn modelId="{41712B70-3ED0-4A45-8B20-23F13B90B177}" type="presOf" srcId="{C6A42D3B-F340-461F-AD2B-4A2EE270C683}" destId="{27E1546B-43DD-44E6-9E2B-F3FBB0E10E43}" srcOrd="0" destOrd="0" presId="urn:microsoft.com/office/officeart/2018/2/layout/IconVerticalSolidList"/>
    <dgm:cxn modelId="{FBC16C82-0788-4778-BD58-8FB0E3D9D685}" srcId="{2EA2C722-3C65-41BF-9049-EEBA6394473C}" destId="{9280EFAD-05A7-4645-85BF-81F4518D0434}" srcOrd="3" destOrd="0" parTransId="{3073A412-097A-47E0-8A5A-810A3473591A}" sibTransId="{F1097F99-DD18-42EE-8EE1-CE246719FF54}"/>
    <dgm:cxn modelId="{A2BCBB8E-138C-4052-AA1B-B766229F3625}" srcId="{2EA2C722-3C65-41BF-9049-EEBA6394473C}" destId="{C6A42D3B-F340-461F-AD2B-4A2EE270C683}" srcOrd="0" destOrd="0" parTransId="{D62E7490-7B18-4CED-8F2E-5CC92230589F}" sibTransId="{D19B9017-CA51-4DCD-93CD-CAEAECE8D3A9}"/>
    <dgm:cxn modelId="{67FD6FA1-9A46-4173-8082-B31ACBD13C45}" type="presOf" srcId="{9280EFAD-05A7-4645-85BF-81F4518D0434}" destId="{241774D8-B70F-4787-8EC6-4071D5D49A16}" srcOrd="0" destOrd="0" presId="urn:microsoft.com/office/officeart/2018/2/layout/IconVerticalSolidList"/>
    <dgm:cxn modelId="{F2758FD3-40A5-40E1-9DAB-1AE0EB92E723}" type="presOf" srcId="{2EA2C722-3C65-41BF-9049-EEBA6394473C}" destId="{AFB4E377-8FEF-4BFA-B5F3-422510717BB4}" srcOrd="0" destOrd="0" presId="urn:microsoft.com/office/officeart/2018/2/layout/IconVerticalSolidList"/>
    <dgm:cxn modelId="{373EEDE6-8BC6-4701-B2C5-B6CA062F9811}" type="presOf" srcId="{9904AC7E-A80E-4063-BD5A-10ABE247B75B}" destId="{6B47BE0B-C970-4D22-BFCA-368BF9966151}" srcOrd="0" destOrd="0" presId="urn:microsoft.com/office/officeart/2018/2/layout/IconVerticalSolidList"/>
    <dgm:cxn modelId="{DEA407FC-FA9E-484F-8FDD-6323DBDD5739}" type="presOf" srcId="{6B3CFC89-2BBB-4843-A1CF-D994938AB971}" destId="{D420784F-DAC1-4975-BA22-A592CAFF9395}" srcOrd="0" destOrd="0" presId="urn:microsoft.com/office/officeart/2018/2/layout/IconVerticalSolidList"/>
    <dgm:cxn modelId="{4F9E7236-29F4-4DC0-8035-508283FB8DBA}" type="presParOf" srcId="{AFB4E377-8FEF-4BFA-B5F3-422510717BB4}" destId="{D0314B9C-1FA3-4495-B7CA-89B0FC2F038D}" srcOrd="0" destOrd="0" presId="urn:microsoft.com/office/officeart/2018/2/layout/IconVerticalSolidList"/>
    <dgm:cxn modelId="{BC77CDB2-29C7-4552-A7CA-D92EF1AA5610}" type="presParOf" srcId="{D0314B9C-1FA3-4495-B7CA-89B0FC2F038D}" destId="{CA87A495-3671-4C14-85AD-CDD42C173343}" srcOrd="0" destOrd="0" presId="urn:microsoft.com/office/officeart/2018/2/layout/IconVerticalSolidList"/>
    <dgm:cxn modelId="{65C5024A-A06C-442A-82BC-6BAA2B9F11C8}" type="presParOf" srcId="{D0314B9C-1FA3-4495-B7CA-89B0FC2F038D}" destId="{49A42E70-D1D1-4892-8892-2448228FA38F}" srcOrd="1" destOrd="0" presId="urn:microsoft.com/office/officeart/2018/2/layout/IconVerticalSolidList"/>
    <dgm:cxn modelId="{4E613FD8-E061-4570-9ADC-35ECCE0548DB}" type="presParOf" srcId="{D0314B9C-1FA3-4495-B7CA-89B0FC2F038D}" destId="{87946CB7-5AEC-4ECF-9235-DCAE7791AF00}" srcOrd="2" destOrd="0" presId="urn:microsoft.com/office/officeart/2018/2/layout/IconVerticalSolidList"/>
    <dgm:cxn modelId="{DA92E48E-D7C9-448A-95BF-710AED82DB17}" type="presParOf" srcId="{D0314B9C-1FA3-4495-B7CA-89B0FC2F038D}" destId="{27E1546B-43DD-44E6-9E2B-F3FBB0E10E43}" srcOrd="3" destOrd="0" presId="urn:microsoft.com/office/officeart/2018/2/layout/IconVerticalSolidList"/>
    <dgm:cxn modelId="{83149BB7-300B-499B-B1EE-AE2D2F363591}" type="presParOf" srcId="{AFB4E377-8FEF-4BFA-B5F3-422510717BB4}" destId="{E74715C5-7E7A-449A-87C3-C355DC07E008}" srcOrd="1" destOrd="0" presId="urn:microsoft.com/office/officeart/2018/2/layout/IconVerticalSolidList"/>
    <dgm:cxn modelId="{083F597A-C68D-457B-8EDF-40EBDE3892CA}" type="presParOf" srcId="{AFB4E377-8FEF-4BFA-B5F3-422510717BB4}" destId="{62CAFEBF-08F6-432D-B75A-0D6980D4A824}" srcOrd="2" destOrd="0" presId="urn:microsoft.com/office/officeart/2018/2/layout/IconVerticalSolidList"/>
    <dgm:cxn modelId="{5BCA8354-2332-4DD0-826F-1D0856D587A6}" type="presParOf" srcId="{62CAFEBF-08F6-432D-B75A-0D6980D4A824}" destId="{F38F27B0-A22F-484D-A475-26B4D04E9465}" srcOrd="0" destOrd="0" presId="urn:microsoft.com/office/officeart/2018/2/layout/IconVerticalSolidList"/>
    <dgm:cxn modelId="{AB4B0261-1BBE-4C9B-8113-D1C1D53B6D1C}" type="presParOf" srcId="{62CAFEBF-08F6-432D-B75A-0D6980D4A824}" destId="{8EC1616B-9D12-4DC6-9373-1F5D6515B24F}" srcOrd="1" destOrd="0" presId="urn:microsoft.com/office/officeart/2018/2/layout/IconVerticalSolidList"/>
    <dgm:cxn modelId="{927211E1-CCCD-48C2-93E8-D3FB596EF27B}" type="presParOf" srcId="{62CAFEBF-08F6-432D-B75A-0D6980D4A824}" destId="{87F70467-DEDB-4DDA-A97D-C01991437282}" srcOrd="2" destOrd="0" presId="urn:microsoft.com/office/officeart/2018/2/layout/IconVerticalSolidList"/>
    <dgm:cxn modelId="{533D397F-4A5F-4FC0-AA75-9FB6D6F84C65}" type="presParOf" srcId="{62CAFEBF-08F6-432D-B75A-0D6980D4A824}" destId="{6B47BE0B-C970-4D22-BFCA-368BF9966151}" srcOrd="3" destOrd="0" presId="urn:microsoft.com/office/officeart/2018/2/layout/IconVerticalSolidList"/>
    <dgm:cxn modelId="{43970A81-F1E9-484D-9538-D675338DC6FD}" type="presParOf" srcId="{AFB4E377-8FEF-4BFA-B5F3-422510717BB4}" destId="{382AF520-DCFC-4AD2-BAE3-937EB6021BC5}" srcOrd="3" destOrd="0" presId="urn:microsoft.com/office/officeart/2018/2/layout/IconVerticalSolidList"/>
    <dgm:cxn modelId="{1E67D3B8-84F2-4FDA-8BBA-20160C08939A}" type="presParOf" srcId="{AFB4E377-8FEF-4BFA-B5F3-422510717BB4}" destId="{8F8CE665-D410-49F8-82CC-D2E0489C224E}" srcOrd="4" destOrd="0" presId="urn:microsoft.com/office/officeart/2018/2/layout/IconVerticalSolidList"/>
    <dgm:cxn modelId="{DE92F3CE-CA2A-4AA2-803C-DA73BDD16BEC}" type="presParOf" srcId="{8F8CE665-D410-49F8-82CC-D2E0489C224E}" destId="{470E7D14-80C6-42CF-8FD7-5E96B9FE25BA}" srcOrd="0" destOrd="0" presId="urn:microsoft.com/office/officeart/2018/2/layout/IconVerticalSolidList"/>
    <dgm:cxn modelId="{D1ED78B6-AC8C-44CF-9ACE-6C85DE19FAEB}" type="presParOf" srcId="{8F8CE665-D410-49F8-82CC-D2E0489C224E}" destId="{A150B11E-5014-4493-A85B-1CCD8ECC7289}" srcOrd="1" destOrd="0" presId="urn:microsoft.com/office/officeart/2018/2/layout/IconVerticalSolidList"/>
    <dgm:cxn modelId="{A0DBD4F2-D793-41C8-804D-B56AFDAEB3B4}" type="presParOf" srcId="{8F8CE665-D410-49F8-82CC-D2E0489C224E}" destId="{9B7233E5-D0CC-4689-BF3F-FC9D7D1EB56D}" srcOrd="2" destOrd="0" presId="urn:microsoft.com/office/officeart/2018/2/layout/IconVerticalSolidList"/>
    <dgm:cxn modelId="{0CB06130-2A47-4774-9D6C-4A208438FC93}" type="presParOf" srcId="{8F8CE665-D410-49F8-82CC-D2E0489C224E}" destId="{D420784F-DAC1-4975-BA22-A592CAFF9395}" srcOrd="3" destOrd="0" presId="urn:microsoft.com/office/officeart/2018/2/layout/IconVerticalSolidList"/>
    <dgm:cxn modelId="{16FEAF06-1E63-40F7-BD0E-96B8551941EA}" type="presParOf" srcId="{AFB4E377-8FEF-4BFA-B5F3-422510717BB4}" destId="{32D6D829-F8DA-4915-BEF5-29C3B2F1DD22}" srcOrd="5" destOrd="0" presId="urn:microsoft.com/office/officeart/2018/2/layout/IconVerticalSolidList"/>
    <dgm:cxn modelId="{2EE358D8-2ABB-4A6C-9E20-5772237E0F92}" type="presParOf" srcId="{AFB4E377-8FEF-4BFA-B5F3-422510717BB4}" destId="{EB3B8EF5-EF57-4FBE-AF12-D1F572BD1595}" srcOrd="6" destOrd="0" presId="urn:microsoft.com/office/officeart/2018/2/layout/IconVerticalSolidList"/>
    <dgm:cxn modelId="{EB16A6B9-00CA-4F2B-A429-DFCB61A5101B}" type="presParOf" srcId="{EB3B8EF5-EF57-4FBE-AF12-D1F572BD1595}" destId="{E0A7C083-3AA1-4941-8505-C869D9FBFF77}" srcOrd="0" destOrd="0" presId="urn:microsoft.com/office/officeart/2018/2/layout/IconVerticalSolidList"/>
    <dgm:cxn modelId="{CCC6E213-83E2-4284-9EB7-A524E4ADDCE6}" type="presParOf" srcId="{EB3B8EF5-EF57-4FBE-AF12-D1F572BD1595}" destId="{20FC75F2-E5DC-446E-84CB-99F2629E0D2F}" srcOrd="1" destOrd="0" presId="urn:microsoft.com/office/officeart/2018/2/layout/IconVerticalSolidList"/>
    <dgm:cxn modelId="{23B58D37-FC8E-4FC8-9300-4A3D22DB3CB9}" type="presParOf" srcId="{EB3B8EF5-EF57-4FBE-AF12-D1F572BD1595}" destId="{82CA13D1-4568-43C5-BEF5-F699384A6BA7}" srcOrd="2" destOrd="0" presId="urn:microsoft.com/office/officeart/2018/2/layout/IconVerticalSolidList"/>
    <dgm:cxn modelId="{5799719D-1F89-4CB9-810B-CC146567B348}" type="presParOf" srcId="{EB3B8EF5-EF57-4FBE-AF12-D1F572BD1595}" destId="{241774D8-B70F-4787-8EC6-4071D5D49A1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28725B-9B3C-4C5E-BBDA-D5198E359F6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861D997-1D68-471B-8EE1-D72D7C4EB81B}">
      <dgm:prSet/>
      <dgm:spPr/>
      <dgm:t>
        <a:bodyPr/>
        <a:lstStyle/>
        <a:p>
          <a:r>
            <a:rPr lang="en-US"/>
            <a:t>SMS is the leading go-to technology for most companies as it doesn't require any internet. </a:t>
          </a:r>
        </a:p>
      </dgm:t>
    </dgm:pt>
    <dgm:pt modelId="{7EF1A7BF-D53F-4D19-8736-6CBDB7C6A830}" type="parTrans" cxnId="{1DB1A5C8-5340-4DDB-B431-EA057ECD504D}">
      <dgm:prSet/>
      <dgm:spPr/>
      <dgm:t>
        <a:bodyPr/>
        <a:lstStyle/>
        <a:p>
          <a:endParaRPr lang="en-US"/>
        </a:p>
      </dgm:t>
    </dgm:pt>
    <dgm:pt modelId="{8B47500D-3C3C-4383-A251-3E9330554ADA}" type="sibTrans" cxnId="{1DB1A5C8-5340-4DDB-B431-EA057ECD504D}">
      <dgm:prSet/>
      <dgm:spPr/>
      <dgm:t>
        <a:bodyPr/>
        <a:lstStyle/>
        <a:p>
          <a:endParaRPr lang="en-US"/>
        </a:p>
      </dgm:t>
    </dgm:pt>
    <dgm:pt modelId="{963FD4FA-0EB7-4D6E-8482-2AB879CC67AB}">
      <dgm:prSet/>
      <dgm:spPr/>
      <dgm:t>
        <a:bodyPr/>
        <a:lstStyle/>
        <a:p>
          <a:r>
            <a:rPr lang="en-US"/>
            <a:t>One can send a weak link to someone's mobile number, and once clicked, the following can create a loss of information for these customers and lead to a data breach. </a:t>
          </a:r>
        </a:p>
      </dgm:t>
    </dgm:pt>
    <dgm:pt modelId="{D2B8610B-8EDD-4C58-BF53-0762318F5CDD}" type="parTrans" cxnId="{12CC2663-EE80-4A0D-95D1-453A4B45C0FC}">
      <dgm:prSet/>
      <dgm:spPr/>
      <dgm:t>
        <a:bodyPr/>
        <a:lstStyle/>
        <a:p>
          <a:endParaRPr lang="en-US"/>
        </a:p>
      </dgm:t>
    </dgm:pt>
    <dgm:pt modelId="{0AD71A8A-5018-4E91-8585-A08746F06469}" type="sibTrans" cxnId="{12CC2663-EE80-4A0D-95D1-453A4B45C0FC}">
      <dgm:prSet/>
      <dgm:spPr/>
      <dgm:t>
        <a:bodyPr/>
        <a:lstStyle/>
        <a:p>
          <a:endParaRPr lang="en-US"/>
        </a:p>
      </dgm:t>
    </dgm:pt>
    <dgm:pt modelId="{35D44C03-332D-40EA-A95C-C1AF9F8F25E1}">
      <dgm:prSet/>
      <dgm:spPr/>
      <dgm:t>
        <a:bodyPr/>
        <a:lstStyle/>
        <a:p>
          <a:r>
            <a:rPr lang="en-US"/>
            <a:t>There is a need to examine these messages as Fake or not based on the content.</a:t>
          </a:r>
        </a:p>
      </dgm:t>
    </dgm:pt>
    <dgm:pt modelId="{F7354CB6-DD0D-44C9-89BE-712E6E7E8088}" type="parTrans" cxnId="{9A6703AD-CC9C-48A0-8370-059F8363EF21}">
      <dgm:prSet/>
      <dgm:spPr/>
      <dgm:t>
        <a:bodyPr/>
        <a:lstStyle/>
        <a:p>
          <a:endParaRPr lang="en-US"/>
        </a:p>
      </dgm:t>
    </dgm:pt>
    <dgm:pt modelId="{D8FEFB44-619F-478D-B19B-33AEDF417A85}" type="sibTrans" cxnId="{9A6703AD-CC9C-48A0-8370-059F8363EF21}">
      <dgm:prSet/>
      <dgm:spPr/>
      <dgm:t>
        <a:bodyPr/>
        <a:lstStyle/>
        <a:p>
          <a:endParaRPr lang="en-US"/>
        </a:p>
      </dgm:t>
    </dgm:pt>
    <dgm:pt modelId="{5A59B822-5FC0-4E26-9EE5-690B274A1999}">
      <dgm:prSet/>
      <dgm:spPr/>
      <dgm:t>
        <a:bodyPr/>
        <a:lstStyle/>
        <a:p>
          <a:r>
            <a:rPr lang="en-US"/>
            <a:t>The study uses machine learning algorithms to build a system that can classify the message as HAM or SPAM.</a:t>
          </a:r>
        </a:p>
      </dgm:t>
    </dgm:pt>
    <dgm:pt modelId="{6878E50A-B408-44C9-BA98-3E0F04CB1EE4}" type="parTrans" cxnId="{C442A548-B866-4FF5-8E1D-0CA721725B45}">
      <dgm:prSet/>
      <dgm:spPr/>
      <dgm:t>
        <a:bodyPr/>
        <a:lstStyle/>
        <a:p>
          <a:endParaRPr lang="en-US"/>
        </a:p>
      </dgm:t>
    </dgm:pt>
    <dgm:pt modelId="{0D2A60C7-5D8E-4E23-888E-6F6446E3C022}" type="sibTrans" cxnId="{C442A548-B866-4FF5-8E1D-0CA721725B45}">
      <dgm:prSet/>
      <dgm:spPr/>
      <dgm:t>
        <a:bodyPr/>
        <a:lstStyle/>
        <a:p>
          <a:endParaRPr lang="en-US"/>
        </a:p>
      </dgm:t>
    </dgm:pt>
    <dgm:pt modelId="{521A9928-8E44-4C6D-A09B-0AE4DC734B74}" type="pres">
      <dgm:prSet presAssocID="{2228725B-9B3C-4C5E-BBDA-D5198E359F68}" presName="linear" presStyleCnt="0">
        <dgm:presLayoutVars>
          <dgm:animLvl val="lvl"/>
          <dgm:resizeHandles val="exact"/>
        </dgm:presLayoutVars>
      </dgm:prSet>
      <dgm:spPr/>
    </dgm:pt>
    <dgm:pt modelId="{FDDA5513-6456-4AF2-8CDC-0C160DBA1508}" type="pres">
      <dgm:prSet presAssocID="{8861D997-1D68-471B-8EE1-D72D7C4EB81B}" presName="parentText" presStyleLbl="node1" presStyleIdx="0" presStyleCnt="4">
        <dgm:presLayoutVars>
          <dgm:chMax val="0"/>
          <dgm:bulletEnabled val="1"/>
        </dgm:presLayoutVars>
      </dgm:prSet>
      <dgm:spPr/>
    </dgm:pt>
    <dgm:pt modelId="{9A75193D-468D-4705-9330-4259C044F416}" type="pres">
      <dgm:prSet presAssocID="{8B47500D-3C3C-4383-A251-3E9330554ADA}" presName="spacer" presStyleCnt="0"/>
      <dgm:spPr/>
    </dgm:pt>
    <dgm:pt modelId="{B40552C1-E676-480A-B46D-79633427B01B}" type="pres">
      <dgm:prSet presAssocID="{963FD4FA-0EB7-4D6E-8482-2AB879CC67AB}" presName="parentText" presStyleLbl="node1" presStyleIdx="1" presStyleCnt="4">
        <dgm:presLayoutVars>
          <dgm:chMax val="0"/>
          <dgm:bulletEnabled val="1"/>
        </dgm:presLayoutVars>
      </dgm:prSet>
      <dgm:spPr/>
    </dgm:pt>
    <dgm:pt modelId="{0FCF6A4F-B6DD-406D-8887-E20636479C50}" type="pres">
      <dgm:prSet presAssocID="{0AD71A8A-5018-4E91-8585-A08746F06469}" presName="spacer" presStyleCnt="0"/>
      <dgm:spPr/>
    </dgm:pt>
    <dgm:pt modelId="{DCCB678F-7B4C-4DC2-AE30-E47B14BE29D9}" type="pres">
      <dgm:prSet presAssocID="{35D44C03-332D-40EA-A95C-C1AF9F8F25E1}" presName="parentText" presStyleLbl="node1" presStyleIdx="2" presStyleCnt="4">
        <dgm:presLayoutVars>
          <dgm:chMax val="0"/>
          <dgm:bulletEnabled val="1"/>
        </dgm:presLayoutVars>
      </dgm:prSet>
      <dgm:spPr/>
    </dgm:pt>
    <dgm:pt modelId="{4FB27551-DDCF-4C65-A5A0-83F1DA944DCF}" type="pres">
      <dgm:prSet presAssocID="{D8FEFB44-619F-478D-B19B-33AEDF417A85}" presName="spacer" presStyleCnt="0"/>
      <dgm:spPr/>
    </dgm:pt>
    <dgm:pt modelId="{BB7D8B5A-FE13-4535-9F1B-754575133263}" type="pres">
      <dgm:prSet presAssocID="{5A59B822-5FC0-4E26-9EE5-690B274A1999}" presName="parentText" presStyleLbl="node1" presStyleIdx="3" presStyleCnt="4">
        <dgm:presLayoutVars>
          <dgm:chMax val="0"/>
          <dgm:bulletEnabled val="1"/>
        </dgm:presLayoutVars>
      </dgm:prSet>
      <dgm:spPr/>
    </dgm:pt>
  </dgm:ptLst>
  <dgm:cxnLst>
    <dgm:cxn modelId="{E7011614-C766-475F-8CAA-09D3C397CDF5}" type="presOf" srcId="{963FD4FA-0EB7-4D6E-8482-2AB879CC67AB}" destId="{B40552C1-E676-480A-B46D-79633427B01B}" srcOrd="0" destOrd="0" presId="urn:microsoft.com/office/officeart/2005/8/layout/vList2"/>
    <dgm:cxn modelId="{12CC2663-EE80-4A0D-95D1-453A4B45C0FC}" srcId="{2228725B-9B3C-4C5E-BBDA-D5198E359F68}" destId="{963FD4FA-0EB7-4D6E-8482-2AB879CC67AB}" srcOrd="1" destOrd="0" parTransId="{D2B8610B-8EDD-4C58-BF53-0762318F5CDD}" sibTransId="{0AD71A8A-5018-4E91-8585-A08746F06469}"/>
    <dgm:cxn modelId="{C442A548-B866-4FF5-8E1D-0CA721725B45}" srcId="{2228725B-9B3C-4C5E-BBDA-D5198E359F68}" destId="{5A59B822-5FC0-4E26-9EE5-690B274A1999}" srcOrd="3" destOrd="0" parTransId="{6878E50A-B408-44C9-BA98-3E0F04CB1EE4}" sibTransId="{0D2A60C7-5D8E-4E23-888E-6F6446E3C022}"/>
    <dgm:cxn modelId="{B8C9B949-ADCF-4140-A5F6-71FE598BE2C4}" type="presOf" srcId="{5A59B822-5FC0-4E26-9EE5-690B274A1999}" destId="{BB7D8B5A-FE13-4535-9F1B-754575133263}" srcOrd="0" destOrd="0" presId="urn:microsoft.com/office/officeart/2005/8/layout/vList2"/>
    <dgm:cxn modelId="{FB2DB44D-6223-487B-95FC-FC7B7A91C6BE}" type="presOf" srcId="{2228725B-9B3C-4C5E-BBDA-D5198E359F68}" destId="{521A9928-8E44-4C6D-A09B-0AE4DC734B74}" srcOrd="0" destOrd="0" presId="urn:microsoft.com/office/officeart/2005/8/layout/vList2"/>
    <dgm:cxn modelId="{C474A976-38A8-4D67-A21D-807F68C72932}" type="presOf" srcId="{35D44C03-332D-40EA-A95C-C1AF9F8F25E1}" destId="{DCCB678F-7B4C-4DC2-AE30-E47B14BE29D9}" srcOrd="0" destOrd="0" presId="urn:microsoft.com/office/officeart/2005/8/layout/vList2"/>
    <dgm:cxn modelId="{DE25539F-6671-4048-B30B-3FCCB39FA99D}" type="presOf" srcId="{8861D997-1D68-471B-8EE1-D72D7C4EB81B}" destId="{FDDA5513-6456-4AF2-8CDC-0C160DBA1508}" srcOrd="0" destOrd="0" presId="urn:microsoft.com/office/officeart/2005/8/layout/vList2"/>
    <dgm:cxn modelId="{9A6703AD-CC9C-48A0-8370-059F8363EF21}" srcId="{2228725B-9B3C-4C5E-BBDA-D5198E359F68}" destId="{35D44C03-332D-40EA-A95C-C1AF9F8F25E1}" srcOrd="2" destOrd="0" parTransId="{F7354CB6-DD0D-44C9-89BE-712E6E7E8088}" sibTransId="{D8FEFB44-619F-478D-B19B-33AEDF417A85}"/>
    <dgm:cxn modelId="{1DB1A5C8-5340-4DDB-B431-EA057ECD504D}" srcId="{2228725B-9B3C-4C5E-BBDA-D5198E359F68}" destId="{8861D997-1D68-471B-8EE1-D72D7C4EB81B}" srcOrd="0" destOrd="0" parTransId="{7EF1A7BF-D53F-4D19-8736-6CBDB7C6A830}" sibTransId="{8B47500D-3C3C-4383-A251-3E9330554ADA}"/>
    <dgm:cxn modelId="{724B7641-5CAD-48FD-8753-94CDA9D2E9DF}" type="presParOf" srcId="{521A9928-8E44-4C6D-A09B-0AE4DC734B74}" destId="{FDDA5513-6456-4AF2-8CDC-0C160DBA1508}" srcOrd="0" destOrd="0" presId="urn:microsoft.com/office/officeart/2005/8/layout/vList2"/>
    <dgm:cxn modelId="{AFC17283-4323-4F8A-AF16-97D4ABA432C7}" type="presParOf" srcId="{521A9928-8E44-4C6D-A09B-0AE4DC734B74}" destId="{9A75193D-468D-4705-9330-4259C044F416}" srcOrd="1" destOrd="0" presId="urn:microsoft.com/office/officeart/2005/8/layout/vList2"/>
    <dgm:cxn modelId="{F7B2B0BC-5F76-47EF-8FEE-42E8E98CF7E0}" type="presParOf" srcId="{521A9928-8E44-4C6D-A09B-0AE4DC734B74}" destId="{B40552C1-E676-480A-B46D-79633427B01B}" srcOrd="2" destOrd="0" presId="urn:microsoft.com/office/officeart/2005/8/layout/vList2"/>
    <dgm:cxn modelId="{0E27F103-6840-4C12-8D05-9261D4CDC018}" type="presParOf" srcId="{521A9928-8E44-4C6D-A09B-0AE4DC734B74}" destId="{0FCF6A4F-B6DD-406D-8887-E20636479C50}" srcOrd="3" destOrd="0" presId="urn:microsoft.com/office/officeart/2005/8/layout/vList2"/>
    <dgm:cxn modelId="{E1837772-63EE-4681-BAD3-8AD90FB86881}" type="presParOf" srcId="{521A9928-8E44-4C6D-A09B-0AE4DC734B74}" destId="{DCCB678F-7B4C-4DC2-AE30-E47B14BE29D9}" srcOrd="4" destOrd="0" presId="urn:microsoft.com/office/officeart/2005/8/layout/vList2"/>
    <dgm:cxn modelId="{EE2F3A5C-2098-4D38-A3FB-A4D9B72AAF4B}" type="presParOf" srcId="{521A9928-8E44-4C6D-A09B-0AE4DC734B74}" destId="{4FB27551-DDCF-4C65-A5A0-83F1DA944DCF}" srcOrd="5" destOrd="0" presId="urn:microsoft.com/office/officeart/2005/8/layout/vList2"/>
    <dgm:cxn modelId="{F6655883-C295-43AD-9CEB-21729FFAC779}" type="presParOf" srcId="{521A9928-8E44-4C6D-A09B-0AE4DC734B74}" destId="{BB7D8B5A-FE13-4535-9F1B-75457513326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2314BF2-E1B4-47BA-A3B2-7CCF1525EEA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1342A63-2896-47CC-ACC7-C49838D63157}">
      <dgm:prSet/>
      <dgm:spPr/>
      <dgm:t>
        <a:bodyPr/>
        <a:lstStyle/>
        <a:p>
          <a:pPr>
            <a:lnSpc>
              <a:spcPct val="100000"/>
            </a:lnSpc>
          </a:pPr>
          <a:r>
            <a:rPr lang="en-US" dirty="0"/>
            <a:t>Fake SMS is a new problem that is arising in the digital world. </a:t>
          </a:r>
        </a:p>
      </dgm:t>
    </dgm:pt>
    <dgm:pt modelId="{B4AD0E73-B38B-4F0F-89F8-12181885A3C3}" type="parTrans" cxnId="{6F7E8002-9EBB-45F7-AF8B-66F2A232C3F7}">
      <dgm:prSet/>
      <dgm:spPr/>
      <dgm:t>
        <a:bodyPr/>
        <a:lstStyle/>
        <a:p>
          <a:endParaRPr lang="en-US"/>
        </a:p>
      </dgm:t>
    </dgm:pt>
    <dgm:pt modelId="{E80F8932-44D5-4A75-A466-D0C5E0EFB804}" type="sibTrans" cxnId="{6F7E8002-9EBB-45F7-AF8B-66F2A232C3F7}">
      <dgm:prSet/>
      <dgm:spPr/>
      <dgm:t>
        <a:bodyPr/>
        <a:lstStyle/>
        <a:p>
          <a:endParaRPr lang="en-US"/>
        </a:p>
      </dgm:t>
    </dgm:pt>
    <dgm:pt modelId="{862E2166-345D-47F5-A9FF-C15FD07BD197}">
      <dgm:prSet/>
      <dgm:spPr/>
      <dgm:t>
        <a:bodyPr/>
        <a:lstStyle/>
        <a:p>
          <a:pPr>
            <a:lnSpc>
              <a:spcPct val="100000"/>
            </a:lnSpc>
          </a:pPr>
          <a:r>
            <a:rPr lang="en-US" dirty="0"/>
            <a:t>The following is a short message with external links and other information that can leak personal data. </a:t>
          </a:r>
        </a:p>
      </dgm:t>
    </dgm:pt>
    <dgm:pt modelId="{91D11FAB-3618-4AB4-9344-638CA437B4DB}" type="parTrans" cxnId="{165083AF-B67D-4BEF-9922-27969FE4E578}">
      <dgm:prSet/>
      <dgm:spPr/>
      <dgm:t>
        <a:bodyPr/>
        <a:lstStyle/>
        <a:p>
          <a:endParaRPr lang="en-US"/>
        </a:p>
      </dgm:t>
    </dgm:pt>
    <dgm:pt modelId="{F1ABCC15-8FA7-433F-8120-62322A591E17}" type="sibTrans" cxnId="{165083AF-B67D-4BEF-9922-27969FE4E578}">
      <dgm:prSet/>
      <dgm:spPr/>
      <dgm:t>
        <a:bodyPr/>
        <a:lstStyle/>
        <a:p>
          <a:endParaRPr lang="en-US"/>
        </a:p>
      </dgm:t>
    </dgm:pt>
    <dgm:pt modelId="{E17CA1BD-25A4-4271-9A26-F3920FFAD5C0}">
      <dgm:prSet/>
      <dgm:spPr/>
      <dgm:t>
        <a:bodyPr/>
        <a:lstStyle/>
        <a:p>
          <a:pPr>
            <a:lnSpc>
              <a:spcPct val="100000"/>
            </a:lnSpc>
          </a:pPr>
          <a:r>
            <a:rPr lang="en-US" dirty="0"/>
            <a:t>Informing of personal information and black-mailing are the primary things scammers do once the SMS takes control of personal data. </a:t>
          </a:r>
        </a:p>
      </dgm:t>
    </dgm:pt>
    <dgm:pt modelId="{750EEE27-6272-42DD-80F9-C47818FEA67C}" type="parTrans" cxnId="{A57417B9-4017-4437-AD4B-92D75C384618}">
      <dgm:prSet/>
      <dgm:spPr/>
      <dgm:t>
        <a:bodyPr/>
        <a:lstStyle/>
        <a:p>
          <a:endParaRPr lang="en-US"/>
        </a:p>
      </dgm:t>
    </dgm:pt>
    <dgm:pt modelId="{C2A9B03A-6D22-4F9D-A1BC-A4781B6FD599}" type="sibTrans" cxnId="{A57417B9-4017-4437-AD4B-92D75C384618}">
      <dgm:prSet/>
      <dgm:spPr/>
      <dgm:t>
        <a:bodyPr/>
        <a:lstStyle/>
        <a:p>
          <a:endParaRPr lang="en-US"/>
        </a:p>
      </dgm:t>
    </dgm:pt>
    <dgm:pt modelId="{80F11D64-F002-474A-BB61-294210245FF2}" type="pres">
      <dgm:prSet presAssocID="{32314BF2-E1B4-47BA-A3B2-7CCF1525EEAC}" presName="linear" presStyleCnt="0">
        <dgm:presLayoutVars>
          <dgm:animLvl val="lvl"/>
          <dgm:resizeHandles val="exact"/>
        </dgm:presLayoutVars>
      </dgm:prSet>
      <dgm:spPr/>
    </dgm:pt>
    <dgm:pt modelId="{3DAE0CD1-744C-4DE7-BCAB-F4864B5BC158}" type="pres">
      <dgm:prSet presAssocID="{A1342A63-2896-47CC-ACC7-C49838D63157}" presName="parentText" presStyleLbl="node1" presStyleIdx="0" presStyleCnt="3">
        <dgm:presLayoutVars>
          <dgm:chMax val="0"/>
          <dgm:bulletEnabled val="1"/>
        </dgm:presLayoutVars>
      </dgm:prSet>
      <dgm:spPr/>
    </dgm:pt>
    <dgm:pt modelId="{DC552559-7BA3-4B9C-9A60-11B9D8FDBEE8}" type="pres">
      <dgm:prSet presAssocID="{E80F8932-44D5-4A75-A466-D0C5E0EFB804}" presName="spacer" presStyleCnt="0"/>
      <dgm:spPr/>
    </dgm:pt>
    <dgm:pt modelId="{AE5C7557-FE77-4BEF-9758-A74EB5318ED8}" type="pres">
      <dgm:prSet presAssocID="{862E2166-345D-47F5-A9FF-C15FD07BD197}" presName="parentText" presStyleLbl="node1" presStyleIdx="1" presStyleCnt="3">
        <dgm:presLayoutVars>
          <dgm:chMax val="0"/>
          <dgm:bulletEnabled val="1"/>
        </dgm:presLayoutVars>
      </dgm:prSet>
      <dgm:spPr/>
    </dgm:pt>
    <dgm:pt modelId="{E92AE23C-6093-4214-99C6-3D8E244ED32B}" type="pres">
      <dgm:prSet presAssocID="{F1ABCC15-8FA7-433F-8120-62322A591E17}" presName="spacer" presStyleCnt="0"/>
      <dgm:spPr/>
    </dgm:pt>
    <dgm:pt modelId="{065C303D-CF05-43AE-9A47-B05BEB076499}" type="pres">
      <dgm:prSet presAssocID="{E17CA1BD-25A4-4271-9A26-F3920FFAD5C0}" presName="parentText" presStyleLbl="node1" presStyleIdx="2" presStyleCnt="3">
        <dgm:presLayoutVars>
          <dgm:chMax val="0"/>
          <dgm:bulletEnabled val="1"/>
        </dgm:presLayoutVars>
      </dgm:prSet>
      <dgm:spPr/>
    </dgm:pt>
  </dgm:ptLst>
  <dgm:cxnLst>
    <dgm:cxn modelId="{6F7E8002-9EBB-45F7-AF8B-66F2A232C3F7}" srcId="{32314BF2-E1B4-47BA-A3B2-7CCF1525EEAC}" destId="{A1342A63-2896-47CC-ACC7-C49838D63157}" srcOrd="0" destOrd="0" parTransId="{B4AD0E73-B38B-4F0F-89F8-12181885A3C3}" sibTransId="{E80F8932-44D5-4A75-A466-D0C5E0EFB804}"/>
    <dgm:cxn modelId="{165083AF-B67D-4BEF-9922-27969FE4E578}" srcId="{32314BF2-E1B4-47BA-A3B2-7CCF1525EEAC}" destId="{862E2166-345D-47F5-A9FF-C15FD07BD197}" srcOrd="1" destOrd="0" parTransId="{91D11FAB-3618-4AB4-9344-638CA437B4DB}" sibTransId="{F1ABCC15-8FA7-433F-8120-62322A591E17}"/>
    <dgm:cxn modelId="{A57417B9-4017-4437-AD4B-92D75C384618}" srcId="{32314BF2-E1B4-47BA-A3B2-7CCF1525EEAC}" destId="{E17CA1BD-25A4-4271-9A26-F3920FFAD5C0}" srcOrd="2" destOrd="0" parTransId="{750EEE27-6272-42DD-80F9-C47818FEA67C}" sibTransId="{C2A9B03A-6D22-4F9D-A1BC-A4781B6FD599}"/>
    <dgm:cxn modelId="{443EF7C2-30A8-4BB7-B43B-D45DD647F448}" type="presOf" srcId="{32314BF2-E1B4-47BA-A3B2-7CCF1525EEAC}" destId="{80F11D64-F002-474A-BB61-294210245FF2}" srcOrd="0" destOrd="0" presId="urn:microsoft.com/office/officeart/2005/8/layout/vList2"/>
    <dgm:cxn modelId="{8AB129D4-3E3F-4C55-8AFD-459C2CD1C5C2}" type="presOf" srcId="{862E2166-345D-47F5-A9FF-C15FD07BD197}" destId="{AE5C7557-FE77-4BEF-9758-A74EB5318ED8}" srcOrd="0" destOrd="0" presId="urn:microsoft.com/office/officeart/2005/8/layout/vList2"/>
    <dgm:cxn modelId="{154B6CEA-11D3-417A-A987-268B2E5E7E61}" type="presOf" srcId="{A1342A63-2896-47CC-ACC7-C49838D63157}" destId="{3DAE0CD1-744C-4DE7-BCAB-F4864B5BC158}" srcOrd="0" destOrd="0" presId="urn:microsoft.com/office/officeart/2005/8/layout/vList2"/>
    <dgm:cxn modelId="{EB9570FB-894B-48D1-9013-670833201D46}" type="presOf" srcId="{E17CA1BD-25A4-4271-9A26-F3920FFAD5C0}" destId="{065C303D-CF05-43AE-9A47-B05BEB076499}" srcOrd="0" destOrd="0" presId="urn:microsoft.com/office/officeart/2005/8/layout/vList2"/>
    <dgm:cxn modelId="{2A546D4E-D49B-40F1-9D98-B2DEE090D700}" type="presParOf" srcId="{80F11D64-F002-474A-BB61-294210245FF2}" destId="{3DAE0CD1-744C-4DE7-BCAB-F4864B5BC158}" srcOrd="0" destOrd="0" presId="urn:microsoft.com/office/officeart/2005/8/layout/vList2"/>
    <dgm:cxn modelId="{4CC0D067-E87D-40AA-81A3-4468E24B1BBA}" type="presParOf" srcId="{80F11D64-F002-474A-BB61-294210245FF2}" destId="{DC552559-7BA3-4B9C-9A60-11B9D8FDBEE8}" srcOrd="1" destOrd="0" presId="urn:microsoft.com/office/officeart/2005/8/layout/vList2"/>
    <dgm:cxn modelId="{74731CFC-ECA6-4EC3-95C3-30F793F29CFD}" type="presParOf" srcId="{80F11D64-F002-474A-BB61-294210245FF2}" destId="{AE5C7557-FE77-4BEF-9758-A74EB5318ED8}" srcOrd="2" destOrd="0" presId="urn:microsoft.com/office/officeart/2005/8/layout/vList2"/>
    <dgm:cxn modelId="{DD3BDBEB-0A4B-400C-9CFB-FDADC1F12939}" type="presParOf" srcId="{80F11D64-F002-474A-BB61-294210245FF2}" destId="{E92AE23C-6093-4214-99C6-3D8E244ED32B}" srcOrd="3" destOrd="0" presId="urn:microsoft.com/office/officeart/2005/8/layout/vList2"/>
    <dgm:cxn modelId="{5A797BDB-263E-45DD-9A45-DCA400C478FD}" type="presParOf" srcId="{80F11D64-F002-474A-BB61-294210245FF2}" destId="{065C303D-CF05-43AE-9A47-B05BEB07649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F49B146-39AD-4E44-A014-D416C881966E}"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F79FC571-7CA3-47D6-A3EC-D2FDCA5D7A88}">
      <dgm:prSet/>
      <dgm:spPr/>
      <dgm:t>
        <a:bodyPr/>
        <a:lstStyle/>
        <a:p>
          <a:r>
            <a:rPr lang="en-US"/>
            <a:t>. The data used in the Research have multiple text messages taken from the UCI repository </a:t>
          </a:r>
        </a:p>
      </dgm:t>
    </dgm:pt>
    <dgm:pt modelId="{7474F613-614D-417E-BFEA-49923F2D1D53}" type="parTrans" cxnId="{8EA94BF4-39FF-4019-94A2-259FB5BB3C63}">
      <dgm:prSet/>
      <dgm:spPr/>
      <dgm:t>
        <a:bodyPr/>
        <a:lstStyle/>
        <a:p>
          <a:endParaRPr lang="en-US"/>
        </a:p>
      </dgm:t>
    </dgm:pt>
    <dgm:pt modelId="{56C7AEFA-14E1-437C-BCE5-1270184CFAA5}" type="sibTrans" cxnId="{8EA94BF4-39FF-4019-94A2-259FB5BB3C63}">
      <dgm:prSet/>
      <dgm:spPr/>
      <dgm:t>
        <a:bodyPr/>
        <a:lstStyle/>
        <a:p>
          <a:endParaRPr lang="en-US"/>
        </a:p>
      </dgm:t>
    </dgm:pt>
    <dgm:pt modelId="{137BADA4-B003-4BB8-BFA0-6178D2A22450}">
      <dgm:prSet/>
      <dgm:spPr/>
      <dgm:t>
        <a:bodyPr/>
        <a:lstStyle/>
        <a:p>
          <a:r>
            <a:rPr lang="en-US"/>
            <a:t>The dataset is a mixture of manually extracted SMS; some are taken from the NUS SMS Corpus and other research works comprising 5572 SMS, all labelled.</a:t>
          </a:r>
        </a:p>
      </dgm:t>
    </dgm:pt>
    <dgm:pt modelId="{5FA97341-899A-4A01-836C-20AE0E71A2D2}" type="parTrans" cxnId="{9E7E8E0A-ED2B-4DF7-AB27-F5EE09E974A7}">
      <dgm:prSet/>
      <dgm:spPr/>
      <dgm:t>
        <a:bodyPr/>
        <a:lstStyle/>
        <a:p>
          <a:endParaRPr lang="en-US"/>
        </a:p>
      </dgm:t>
    </dgm:pt>
    <dgm:pt modelId="{9ECDD8EB-3103-4D20-AC19-55D50BC8DA35}" type="sibTrans" cxnId="{9E7E8E0A-ED2B-4DF7-AB27-F5EE09E974A7}">
      <dgm:prSet/>
      <dgm:spPr/>
      <dgm:t>
        <a:bodyPr/>
        <a:lstStyle/>
        <a:p>
          <a:endParaRPr lang="en-US"/>
        </a:p>
      </dgm:t>
    </dgm:pt>
    <dgm:pt modelId="{68DC9562-E081-434D-94FD-F28CC2AFB949}">
      <dgm:prSet/>
      <dgm:spPr/>
      <dgm:t>
        <a:bodyPr/>
        <a:lstStyle/>
        <a:p>
          <a:r>
            <a:rPr lang="en-US" b="0" i="1" baseline="0"/>
            <a:t>"Free entry in 2 a wkly comp to win FA Cup final tkts 21st May 2005. Text FA to 87121 to receive entry question(std txt rate)T&amp;C's apply 08452810075over18's”</a:t>
          </a:r>
          <a:r>
            <a:rPr lang="en-US" b="0" i="0" baseline="0"/>
            <a:t> </a:t>
          </a:r>
          <a:endParaRPr lang="en-US"/>
        </a:p>
      </dgm:t>
    </dgm:pt>
    <dgm:pt modelId="{CCAA5725-B42B-4A7C-AD26-90418F2979D1}" type="parTrans" cxnId="{7C13B776-C7C0-420C-A2C4-C57F1F87C05D}">
      <dgm:prSet/>
      <dgm:spPr/>
      <dgm:t>
        <a:bodyPr/>
        <a:lstStyle/>
        <a:p>
          <a:endParaRPr lang="en-US"/>
        </a:p>
      </dgm:t>
    </dgm:pt>
    <dgm:pt modelId="{71E65F55-661E-469C-8F81-8F40DA226CD8}" type="sibTrans" cxnId="{7C13B776-C7C0-420C-A2C4-C57F1F87C05D}">
      <dgm:prSet/>
      <dgm:spPr/>
      <dgm:t>
        <a:bodyPr/>
        <a:lstStyle/>
        <a:p>
          <a:endParaRPr lang="en-US"/>
        </a:p>
      </dgm:t>
    </dgm:pt>
    <dgm:pt modelId="{E53DD0CE-606D-4B7F-B4D7-6CB1C6C23659}" type="pres">
      <dgm:prSet presAssocID="{1F49B146-39AD-4E44-A014-D416C881966E}" presName="outerComposite" presStyleCnt="0">
        <dgm:presLayoutVars>
          <dgm:chMax val="5"/>
          <dgm:dir/>
          <dgm:resizeHandles val="exact"/>
        </dgm:presLayoutVars>
      </dgm:prSet>
      <dgm:spPr/>
    </dgm:pt>
    <dgm:pt modelId="{BB3DE926-DED5-415E-B67B-D93FF96C92EB}" type="pres">
      <dgm:prSet presAssocID="{1F49B146-39AD-4E44-A014-D416C881966E}" presName="dummyMaxCanvas" presStyleCnt="0">
        <dgm:presLayoutVars/>
      </dgm:prSet>
      <dgm:spPr/>
    </dgm:pt>
    <dgm:pt modelId="{B5F10BCF-E008-4377-A94E-39222275999B}" type="pres">
      <dgm:prSet presAssocID="{1F49B146-39AD-4E44-A014-D416C881966E}" presName="ThreeNodes_1" presStyleLbl="node1" presStyleIdx="0" presStyleCnt="3">
        <dgm:presLayoutVars>
          <dgm:bulletEnabled val="1"/>
        </dgm:presLayoutVars>
      </dgm:prSet>
      <dgm:spPr/>
    </dgm:pt>
    <dgm:pt modelId="{19441CBF-45F3-4AAD-8042-63B76B2B5754}" type="pres">
      <dgm:prSet presAssocID="{1F49B146-39AD-4E44-A014-D416C881966E}" presName="ThreeNodes_2" presStyleLbl="node1" presStyleIdx="1" presStyleCnt="3">
        <dgm:presLayoutVars>
          <dgm:bulletEnabled val="1"/>
        </dgm:presLayoutVars>
      </dgm:prSet>
      <dgm:spPr/>
    </dgm:pt>
    <dgm:pt modelId="{EBEE4312-2D6A-4D14-A1E2-D7459E4A2377}" type="pres">
      <dgm:prSet presAssocID="{1F49B146-39AD-4E44-A014-D416C881966E}" presName="ThreeNodes_3" presStyleLbl="node1" presStyleIdx="2" presStyleCnt="3">
        <dgm:presLayoutVars>
          <dgm:bulletEnabled val="1"/>
        </dgm:presLayoutVars>
      </dgm:prSet>
      <dgm:spPr/>
    </dgm:pt>
    <dgm:pt modelId="{94759467-7F16-4F6A-9BBC-7619C5D3D4DA}" type="pres">
      <dgm:prSet presAssocID="{1F49B146-39AD-4E44-A014-D416C881966E}" presName="ThreeConn_1-2" presStyleLbl="fgAccFollowNode1" presStyleIdx="0" presStyleCnt="2">
        <dgm:presLayoutVars>
          <dgm:bulletEnabled val="1"/>
        </dgm:presLayoutVars>
      </dgm:prSet>
      <dgm:spPr/>
    </dgm:pt>
    <dgm:pt modelId="{0D2A294D-ABD6-4673-87E4-7FF155D86C7F}" type="pres">
      <dgm:prSet presAssocID="{1F49B146-39AD-4E44-A014-D416C881966E}" presName="ThreeConn_2-3" presStyleLbl="fgAccFollowNode1" presStyleIdx="1" presStyleCnt="2">
        <dgm:presLayoutVars>
          <dgm:bulletEnabled val="1"/>
        </dgm:presLayoutVars>
      </dgm:prSet>
      <dgm:spPr/>
    </dgm:pt>
    <dgm:pt modelId="{48B96272-DD1C-47B8-9925-0CCB640795C9}" type="pres">
      <dgm:prSet presAssocID="{1F49B146-39AD-4E44-A014-D416C881966E}" presName="ThreeNodes_1_text" presStyleLbl="node1" presStyleIdx="2" presStyleCnt="3">
        <dgm:presLayoutVars>
          <dgm:bulletEnabled val="1"/>
        </dgm:presLayoutVars>
      </dgm:prSet>
      <dgm:spPr/>
    </dgm:pt>
    <dgm:pt modelId="{93E7F5D9-693F-49B8-862A-2465EFB44DB3}" type="pres">
      <dgm:prSet presAssocID="{1F49B146-39AD-4E44-A014-D416C881966E}" presName="ThreeNodes_2_text" presStyleLbl="node1" presStyleIdx="2" presStyleCnt="3">
        <dgm:presLayoutVars>
          <dgm:bulletEnabled val="1"/>
        </dgm:presLayoutVars>
      </dgm:prSet>
      <dgm:spPr/>
    </dgm:pt>
    <dgm:pt modelId="{561683DF-D917-4724-9386-64C7B58013FF}" type="pres">
      <dgm:prSet presAssocID="{1F49B146-39AD-4E44-A014-D416C881966E}" presName="ThreeNodes_3_text" presStyleLbl="node1" presStyleIdx="2" presStyleCnt="3">
        <dgm:presLayoutVars>
          <dgm:bulletEnabled val="1"/>
        </dgm:presLayoutVars>
      </dgm:prSet>
      <dgm:spPr/>
    </dgm:pt>
  </dgm:ptLst>
  <dgm:cxnLst>
    <dgm:cxn modelId="{9E7E8E0A-ED2B-4DF7-AB27-F5EE09E974A7}" srcId="{1F49B146-39AD-4E44-A014-D416C881966E}" destId="{137BADA4-B003-4BB8-BFA0-6178D2A22450}" srcOrd="1" destOrd="0" parTransId="{5FA97341-899A-4A01-836C-20AE0E71A2D2}" sibTransId="{9ECDD8EB-3103-4D20-AC19-55D50BC8DA35}"/>
    <dgm:cxn modelId="{B98F710F-5FB1-4AD0-B6FB-7294F33DB3D2}" type="presOf" srcId="{F79FC571-7CA3-47D6-A3EC-D2FDCA5D7A88}" destId="{B5F10BCF-E008-4377-A94E-39222275999B}" srcOrd="0" destOrd="0" presId="urn:microsoft.com/office/officeart/2005/8/layout/vProcess5"/>
    <dgm:cxn modelId="{11976C11-7AC5-4FB6-B587-ED8EA52A8A15}" type="presOf" srcId="{137BADA4-B003-4BB8-BFA0-6178D2A22450}" destId="{19441CBF-45F3-4AAD-8042-63B76B2B5754}" srcOrd="0" destOrd="0" presId="urn:microsoft.com/office/officeart/2005/8/layout/vProcess5"/>
    <dgm:cxn modelId="{FE900F1B-0302-4EC1-BD54-CC3C17274426}" type="presOf" srcId="{F79FC571-7CA3-47D6-A3EC-D2FDCA5D7A88}" destId="{48B96272-DD1C-47B8-9925-0CCB640795C9}" srcOrd="1" destOrd="0" presId="urn:microsoft.com/office/officeart/2005/8/layout/vProcess5"/>
    <dgm:cxn modelId="{00623133-7975-40CC-B0E4-4D459DA48F59}" type="presOf" srcId="{9ECDD8EB-3103-4D20-AC19-55D50BC8DA35}" destId="{0D2A294D-ABD6-4673-87E4-7FF155D86C7F}" srcOrd="0" destOrd="0" presId="urn:microsoft.com/office/officeart/2005/8/layout/vProcess5"/>
    <dgm:cxn modelId="{B43FA834-E00C-4FE5-BDCF-8D710295570A}" type="presOf" srcId="{68DC9562-E081-434D-94FD-F28CC2AFB949}" destId="{EBEE4312-2D6A-4D14-A1E2-D7459E4A2377}" srcOrd="0" destOrd="0" presId="urn:microsoft.com/office/officeart/2005/8/layout/vProcess5"/>
    <dgm:cxn modelId="{CAB6B043-7D5C-490E-899F-AAEAE2A2A729}" type="presOf" srcId="{68DC9562-E081-434D-94FD-F28CC2AFB949}" destId="{561683DF-D917-4724-9386-64C7B58013FF}" srcOrd="1" destOrd="0" presId="urn:microsoft.com/office/officeart/2005/8/layout/vProcess5"/>
    <dgm:cxn modelId="{7C13B776-C7C0-420C-A2C4-C57F1F87C05D}" srcId="{1F49B146-39AD-4E44-A014-D416C881966E}" destId="{68DC9562-E081-434D-94FD-F28CC2AFB949}" srcOrd="2" destOrd="0" parTransId="{CCAA5725-B42B-4A7C-AD26-90418F2979D1}" sibTransId="{71E65F55-661E-469C-8F81-8F40DA226CD8}"/>
    <dgm:cxn modelId="{2078FE93-12AA-471D-B9F2-3C787B04897D}" type="presOf" srcId="{1F49B146-39AD-4E44-A014-D416C881966E}" destId="{E53DD0CE-606D-4B7F-B4D7-6CB1C6C23659}" srcOrd="0" destOrd="0" presId="urn:microsoft.com/office/officeart/2005/8/layout/vProcess5"/>
    <dgm:cxn modelId="{290C7AD2-4C07-476A-B245-AFE827C21534}" type="presOf" srcId="{56C7AEFA-14E1-437C-BCE5-1270184CFAA5}" destId="{94759467-7F16-4F6A-9BBC-7619C5D3D4DA}" srcOrd="0" destOrd="0" presId="urn:microsoft.com/office/officeart/2005/8/layout/vProcess5"/>
    <dgm:cxn modelId="{8EA94BF4-39FF-4019-94A2-259FB5BB3C63}" srcId="{1F49B146-39AD-4E44-A014-D416C881966E}" destId="{F79FC571-7CA3-47D6-A3EC-D2FDCA5D7A88}" srcOrd="0" destOrd="0" parTransId="{7474F613-614D-417E-BFEA-49923F2D1D53}" sibTransId="{56C7AEFA-14E1-437C-BCE5-1270184CFAA5}"/>
    <dgm:cxn modelId="{6F66A5FF-21DF-4FC7-97E6-CEE226753B1B}" type="presOf" srcId="{137BADA4-B003-4BB8-BFA0-6178D2A22450}" destId="{93E7F5D9-693F-49B8-862A-2465EFB44DB3}" srcOrd="1" destOrd="0" presId="urn:microsoft.com/office/officeart/2005/8/layout/vProcess5"/>
    <dgm:cxn modelId="{4F9384B6-31C0-4ABB-BA73-CF639148C98B}" type="presParOf" srcId="{E53DD0CE-606D-4B7F-B4D7-6CB1C6C23659}" destId="{BB3DE926-DED5-415E-B67B-D93FF96C92EB}" srcOrd="0" destOrd="0" presId="urn:microsoft.com/office/officeart/2005/8/layout/vProcess5"/>
    <dgm:cxn modelId="{98A34730-373B-40E1-9E48-547B3EFAB419}" type="presParOf" srcId="{E53DD0CE-606D-4B7F-B4D7-6CB1C6C23659}" destId="{B5F10BCF-E008-4377-A94E-39222275999B}" srcOrd="1" destOrd="0" presId="urn:microsoft.com/office/officeart/2005/8/layout/vProcess5"/>
    <dgm:cxn modelId="{E001A700-C7F3-40A4-9814-9F6834995706}" type="presParOf" srcId="{E53DD0CE-606D-4B7F-B4D7-6CB1C6C23659}" destId="{19441CBF-45F3-4AAD-8042-63B76B2B5754}" srcOrd="2" destOrd="0" presId="urn:microsoft.com/office/officeart/2005/8/layout/vProcess5"/>
    <dgm:cxn modelId="{3D42D861-D989-4C81-878B-599E187E160D}" type="presParOf" srcId="{E53DD0CE-606D-4B7F-B4D7-6CB1C6C23659}" destId="{EBEE4312-2D6A-4D14-A1E2-D7459E4A2377}" srcOrd="3" destOrd="0" presId="urn:microsoft.com/office/officeart/2005/8/layout/vProcess5"/>
    <dgm:cxn modelId="{842292D3-8BD4-4336-B5E9-AF3BECD15DFB}" type="presParOf" srcId="{E53DD0CE-606D-4B7F-B4D7-6CB1C6C23659}" destId="{94759467-7F16-4F6A-9BBC-7619C5D3D4DA}" srcOrd="4" destOrd="0" presId="urn:microsoft.com/office/officeart/2005/8/layout/vProcess5"/>
    <dgm:cxn modelId="{413FB03A-6443-45B0-A45F-6DC341086A85}" type="presParOf" srcId="{E53DD0CE-606D-4B7F-B4D7-6CB1C6C23659}" destId="{0D2A294D-ABD6-4673-87E4-7FF155D86C7F}" srcOrd="5" destOrd="0" presId="urn:microsoft.com/office/officeart/2005/8/layout/vProcess5"/>
    <dgm:cxn modelId="{155B3620-A2CC-49B8-A61E-6D8D039DECA5}" type="presParOf" srcId="{E53DD0CE-606D-4B7F-B4D7-6CB1C6C23659}" destId="{48B96272-DD1C-47B8-9925-0CCB640795C9}" srcOrd="6" destOrd="0" presId="urn:microsoft.com/office/officeart/2005/8/layout/vProcess5"/>
    <dgm:cxn modelId="{C880453D-5B25-471D-B3E3-BBAD7FC5C1DB}" type="presParOf" srcId="{E53DD0CE-606D-4B7F-B4D7-6CB1C6C23659}" destId="{93E7F5D9-693F-49B8-862A-2465EFB44DB3}" srcOrd="7" destOrd="0" presId="urn:microsoft.com/office/officeart/2005/8/layout/vProcess5"/>
    <dgm:cxn modelId="{28A0ECA6-616B-471E-BE70-38C6A0C61073}" type="presParOf" srcId="{E53DD0CE-606D-4B7F-B4D7-6CB1C6C23659}" destId="{561683DF-D917-4724-9386-64C7B58013FF}"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8E0B09B-504F-41BD-80D6-EBCFB4203D2E}" type="doc">
      <dgm:prSet loTypeId="urn:microsoft.com/office/officeart/2005/8/layout/hierarchy1" loCatId="hierarchy" qsTypeId="urn:microsoft.com/office/officeart/2005/8/quickstyle/simple2" qsCatId="simple" csTypeId="urn:microsoft.com/office/officeart/2005/8/colors/accent1_2" csCatId="accent1"/>
      <dgm:spPr/>
      <dgm:t>
        <a:bodyPr/>
        <a:lstStyle/>
        <a:p>
          <a:endParaRPr lang="en-US"/>
        </a:p>
      </dgm:t>
    </dgm:pt>
    <dgm:pt modelId="{7E719423-D3B5-4DDD-BD00-BB6D20C1941B}">
      <dgm:prSet/>
      <dgm:spPr/>
      <dgm:t>
        <a:bodyPr/>
        <a:lstStyle/>
        <a:p>
          <a:r>
            <a:rPr lang="en-US"/>
            <a:t>Case Standardization of the data.</a:t>
          </a:r>
        </a:p>
      </dgm:t>
    </dgm:pt>
    <dgm:pt modelId="{A6EAFBAA-8F5F-498A-8AE5-9DE42F2E7AD4}" type="parTrans" cxnId="{78067D4D-991A-4662-8B06-5C06B72FA305}">
      <dgm:prSet/>
      <dgm:spPr/>
      <dgm:t>
        <a:bodyPr/>
        <a:lstStyle/>
        <a:p>
          <a:endParaRPr lang="en-US"/>
        </a:p>
      </dgm:t>
    </dgm:pt>
    <dgm:pt modelId="{C7549FFC-1F30-428F-9949-5AA1F4393671}" type="sibTrans" cxnId="{78067D4D-991A-4662-8B06-5C06B72FA305}">
      <dgm:prSet/>
      <dgm:spPr/>
      <dgm:t>
        <a:bodyPr/>
        <a:lstStyle/>
        <a:p>
          <a:endParaRPr lang="en-US"/>
        </a:p>
      </dgm:t>
    </dgm:pt>
    <dgm:pt modelId="{B3FA6F38-B406-44E0-9E08-E606654D12DD}">
      <dgm:prSet/>
      <dgm:spPr/>
      <dgm:t>
        <a:bodyPr/>
        <a:lstStyle/>
        <a:p>
          <a:r>
            <a:rPr lang="en-US"/>
            <a:t>Data cleaning via Regex</a:t>
          </a:r>
        </a:p>
      </dgm:t>
    </dgm:pt>
    <dgm:pt modelId="{2C061263-F42C-48A5-92A0-0A6A5218B05A}" type="parTrans" cxnId="{F74836F2-A0D8-40FD-9E94-23B868B92278}">
      <dgm:prSet/>
      <dgm:spPr/>
      <dgm:t>
        <a:bodyPr/>
        <a:lstStyle/>
        <a:p>
          <a:endParaRPr lang="en-US"/>
        </a:p>
      </dgm:t>
    </dgm:pt>
    <dgm:pt modelId="{BE1F7CC8-CF22-49D8-9CA0-C9ADF020CC25}" type="sibTrans" cxnId="{F74836F2-A0D8-40FD-9E94-23B868B92278}">
      <dgm:prSet/>
      <dgm:spPr/>
      <dgm:t>
        <a:bodyPr/>
        <a:lstStyle/>
        <a:p>
          <a:endParaRPr lang="en-US"/>
        </a:p>
      </dgm:t>
    </dgm:pt>
    <dgm:pt modelId="{D92E2C0F-A61D-498A-AD37-9DC86E0226C6}">
      <dgm:prSet/>
      <dgm:spPr/>
      <dgm:t>
        <a:bodyPr/>
        <a:lstStyle/>
        <a:p>
          <a:r>
            <a:rPr lang="en-US"/>
            <a:t>Removing all the Stop words</a:t>
          </a:r>
        </a:p>
      </dgm:t>
    </dgm:pt>
    <dgm:pt modelId="{2D921FDE-A864-42C9-AB7E-B0B23C28461C}" type="parTrans" cxnId="{AB091CF3-2278-4613-9EF7-B46C9C9D8570}">
      <dgm:prSet/>
      <dgm:spPr/>
      <dgm:t>
        <a:bodyPr/>
        <a:lstStyle/>
        <a:p>
          <a:endParaRPr lang="en-US"/>
        </a:p>
      </dgm:t>
    </dgm:pt>
    <dgm:pt modelId="{4E73F501-EDCC-4919-85DE-E3799E8518D2}" type="sibTrans" cxnId="{AB091CF3-2278-4613-9EF7-B46C9C9D8570}">
      <dgm:prSet/>
      <dgm:spPr/>
      <dgm:t>
        <a:bodyPr/>
        <a:lstStyle/>
        <a:p>
          <a:endParaRPr lang="en-US"/>
        </a:p>
      </dgm:t>
    </dgm:pt>
    <dgm:pt modelId="{0BDB4032-353E-424B-B0B2-11A848F8D962}">
      <dgm:prSet/>
      <dgm:spPr/>
      <dgm:t>
        <a:bodyPr/>
        <a:lstStyle/>
        <a:p>
          <a:r>
            <a:rPr lang="en-US"/>
            <a:t>Lemmatization and Stemming to get the root word.</a:t>
          </a:r>
        </a:p>
      </dgm:t>
    </dgm:pt>
    <dgm:pt modelId="{A1BFF48F-BA77-4B8C-9749-CB188059980A}" type="parTrans" cxnId="{97D4619B-3910-4640-B427-F5D947153859}">
      <dgm:prSet/>
      <dgm:spPr/>
      <dgm:t>
        <a:bodyPr/>
        <a:lstStyle/>
        <a:p>
          <a:endParaRPr lang="en-US"/>
        </a:p>
      </dgm:t>
    </dgm:pt>
    <dgm:pt modelId="{14BDE53B-1BF2-4CEC-A53A-3B98AC1FB499}" type="sibTrans" cxnId="{97D4619B-3910-4640-B427-F5D947153859}">
      <dgm:prSet/>
      <dgm:spPr/>
      <dgm:t>
        <a:bodyPr/>
        <a:lstStyle/>
        <a:p>
          <a:endParaRPr lang="en-US"/>
        </a:p>
      </dgm:t>
    </dgm:pt>
    <dgm:pt modelId="{8C619254-AFEE-4256-ABE2-586D5F0C3C74}" type="pres">
      <dgm:prSet presAssocID="{78E0B09B-504F-41BD-80D6-EBCFB4203D2E}" presName="hierChild1" presStyleCnt="0">
        <dgm:presLayoutVars>
          <dgm:chPref val="1"/>
          <dgm:dir/>
          <dgm:animOne val="branch"/>
          <dgm:animLvl val="lvl"/>
          <dgm:resizeHandles/>
        </dgm:presLayoutVars>
      </dgm:prSet>
      <dgm:spPr/>
    </dgm:pt>
    <dgm:pt modelId="{81F27FF5-EC66-4B2C-8F11-A11CF370A746}" type="pres">
      <dgm:prSet presAssocID="{7E719423-D3B5-4DDD-BD00-BB6D20C1941B}" presName="hierRoot1" presStyleCnt="0"/>
      <dgm:spPr/>
    </dgm:pt>
    <dgm:pt modelId="{1851DB86-1E4A-4CE7-9EC1-3A0CFE07AE1C}" type="pres">
      <dgm:prSet presAssocID="{7E719423-D3B5-4DDD-BD00-BB6D20C1941B}" presName="composite" presStyleCnt="0"/>
      <dgm:spPr/>
    </dgm:pt>
    <dgm:pt modelId="{00E7CB23-F4DA-44EB-B65E-F7BC89880E15}" type="pres">
      <dgm:prSet presAssocID="{7E719423-D3B5-4DDD-BD00-BB6D20C1941B}" presName="background" presStyleLbl="node0" presStyleIdx="0" presStyleCnt="4"/>
      <dgm:spPr/>
    </dgm:pt>
    <dgm:pt modelId="{4471DB43-1D89-40BE-94FB-9AE17BE14CF8}" type="pres">
      <dgm:prSet presAssocID="{7E719423-D3B5-4DDD-BD00-BB6D20C1941B}" presName="text" presStyleLbl="fgAcc0" presStyleIdx="0" presStyleCnt="4">
        <dgm:presLayoutVars>
          <dgm:chPref val="3"/>
        </dgm:presLayoutVars>
      </dgm:prSet>
      <dgm:spPr/>
    </dgm:pt>
    <dgm:pt modelId="{DC5992B4-C343-411E-9102-081063926726}" type="pres">
      <dgm:prSet presAssocID="{7E719423-D3B5-4DDD-BD00-BB6D20C1941B}" presName="hierChild2" presStyleCnt="0"/>
      <dgm:spPr/>
    </dgm:pt>
    <dgm:pt modelId="{4E049CFD-DDE7-4386-A91B-6A80CFF88DBC}" type="pres">
      <dgm:prSet presAssocID="{B3FA6F38-B406-44E0-9E08-E606654D12DD}" presName="hierRoot1" presStyleCnt="0"/>
      <dgm:spPr/>
    </dgm:pt>
    <dgm:pt modelId="{2D62B0B6-AC42-45E3-8092-306FC088C2D7}" type="pres">
      <dgm:prSet presAssocID="{B3FA6F38-B406-44E0-9E08-E606654D12DD}" presName="composite" presStyleCnt="0"/>
      <dgm:spPr/>
    </dgm:pt>
    <dgm:pt modelId="{D4504545-7333-4BAB-9A5A-68DCFFF05874}" type="pres">
      <dgm:prSet presAssocID="{B3FA6F38-B406-44E0-9E08-E606654D12DD}" presName="background" presStyleLbl="node0" presStyleIdx="1" presStyleCnt="4"/>
      <dgm:spPr/>
    </dgm:pt>
    <dgm:pt modelId="{E332E754-7EBB-40A8-BFA7-2EFF02635E35}" type="pres">
      <dgm:prSet presAssocID="{B3FA6F38-B406-44E0-9E08-E606654D12DD}" presName="text" presStyleLbl="fgAcc0" presStyleIdx="1" presStyleCnt="4">
        <dgm:presLayoutVars>
          <dgm:chPref val="3"/>
        </dgm:presLayoutVars>
      </dgm:prSet>
      <dgm:spPr/>
    </dgm:pt>
    <dgm:pt modelId="{7DED2C47-8A68-4F95-B88C-3C7E70EF0891}" type="pres">
      <dgm:prSet presAssocID="{B3FA6F38-B406-44E0-9E08-E606654D12DD}" presName="hierChild2" presStyleCnt="0"/>
      <dgm:spPr/>
    </dgm:pt>
    <dgm:pt modelId="{7564DB8A-F511-4A1F-8335-A595AD18DFE0}" type="pres">
      <dgm:prSet presAssocID="{D92E2C0F-A61D-498A-AD37-9DC86E0226C6}" presName="hierRoot1" presStyleCnt="0"/>
      <dgm:spPr/>
    </dgm:pt>
    <dgm:pt modelId="{CE1C9A41-DDC2-4F55-B4E8-5F22D0B22B5F}" type="pres">
      <dgm:prSet presAssocID="{D92E2C0F-A61D-498A-AD37-9DC86E0226C6}" presName="composite" presStyleCnt="0"/>
      <dgm:spPr/>
    </dgm:pt>
    <dgm:pt modelId="{A38E05F1-6F45-4414-AA14-066A336969F9}" type="pres">
      <dgm:prSet presAssocID="{D92E2C0F-A61D-498A-AD37-9DC86E0226C6}" presName="background" presStyleLbl="node0" presStyleIdx="2" presStyleCnt="4"/>
      <dgm:spPr/>
    </dgm:pt>
    <dgm:pt modelId="{8560930D-E064-46A9-8C94-BF5CAEFE9F7B}" type="pres">
      <dgm:prSet presAssocID="{D92E2C0F-A61D-498A-AD37-9DC86E0226C6}" presName="text" presStyleLbl="fgAcc0" presStyleIdx="2" presStyleCnt="4">
        <dgm:presLayoutVars>
          <dgm:chPref val="3"/>
        </dgm:presLayoutVars>
      </dgm:prSet>
      <dgm:spPr/>
    </dgm:pt>
    <dgm:pt modelId="{5CFBC0DF-8024-48A8-B1DF-F695A8789712}" type="pres">
      <dgm:prSet presAssocID="{D92E2C0F-A61D-498A-AD37-9DC86E0226C6}" presName="hierChild2" presStyleCnt="0"/>
      <dgm:spPr/>
    </dgm:pt>
    <dgm:pt modelId="{00CB551A-EA66-4FD3-94BB-B4764D1294B2}" type="pres">
      <dgm:prSet presAssocID="{0BDB4032-353E-424B-B0B2-11A848F8D962}" presName="hierRoot1" presStyleCnt="0"/>
      <dgm:spPr/>
    </dgm:pt>
    <dgm:pt modelId="{F2E4F130-16B3-4508-8A1A-1C94FC2C0D6D}" type="pres">
      <dgm:prSet presAssocID="{0BDB4032-353E-424B-B0B2-11A848F8D962}" presName="composite" presStyleCnt="0"/>
      <dgm:spPr/>
    </dgm:pt>
    <dgm:pt modelId="{324A64E6-DDCC-487D-8E89-F90FD8A3AB27}" type="pres">
      <dgm:prSet presAssocID="{0BDB4032-353E-424B-B0B2-11A848F8D962}" presName="background" presStyleLbl="node0" presStyleIdx="3" presStyleCnt="4"/>
      <dgm:spPr/>
    </dgm:pt>
    <dgm:pt modelId="{2BF577F2-1062-467C-9C2F-D7A2E776F940}" type="pres">
      <dgm:prSet presAssocID="{0BDB4032-353E-424B-B0B2-11A848F8D962}" presName="text" presStyleLbl="fgAcc0" presStyleIdx="3" presStyleCnt="4">
        <dgm:presLayoutVars>
          <dgm:chPref val="3"/>
        </dgm:presLayoutVars>
      </dgm:prSet>
      <dgm:spPr/>
    </dgm:pt>
    <dgm:pt modelId="{CA59E50F-AF5B-42E8-8E94-72E7966819D4}" type="pres">
      <dgm:prSet presAssocID="{0BDB4032-353E-424B-B0B2-11A848F8D962}" presName="hierChild2" presStyleCnt="0"/>
      <dgm:spPr/>
    </dgm:pt>
  </dgm:ptLst>
  <dgm:cxnLst>
    <dgm:cxn modelId="{557C2533-5332-44D6-B1CB-161648D25601}" type="presOf" srcId="{78E0B09B-504F-41BD-80D6-EBCFB4203D2E}" destId="{8C619254-AFEE-4256-ABE2-586D5F0C3C74}" srcOrd="0" destOrd="0" presId="urn:microsoft.com/office/officeart/2005/8/layout/hierarchy1"/>
    <dgm:cxn modelId="{D1E0C63B-8D1C-473F-8DE8-3B59707500ED}" type="presOf" srcId="{0BDB4032-353E-424B-B0B2-11A848F8D962}" destId="{2BF577F2-1062-467C-9C2F-D7A2E776F940}" srcOrd="0" destOrd="0" presId="urn:microsoft.com/office/officeart/2005/8/layout/hierarchy1"/>
    <dgm:cxn modelId="{78067D4D-991A-4662-8B06-5C06B72FA305}" srcId="{78E0B09B-504F-41BD-80D6-EBCFB4203D2E}" destId="{7E719423-D3B5-4DDD-BD00-BB6D20C1941B}" srcOrd="0" destOrd="0" parTransId="{A6EAFBAA-8F5F-498A-8AE5-9DE42F2E7AD4}" sibTransId="{C7549FFC-1F30-428F-9949-5AA1F4393671}"/>
    <dgm:cxn modelId="{09688454-7665-49C6-AC1A-918A1424A17E}" type="presOf" srcId="{7E719423-D3B5-4DDD-BD00-BB6D20C1941B}" destId="{4471DB43-1D89-40BE-94FB-9AE17BE14CF8}" srcOrd="0" destOrd="0" presId="urn:microsoft.com/office/officeart/2005/8/layout/hierarchy1"/>
    <dgm:cxn modelId="{97D4619B-3910-4640-B427-F5D947153859}" srcId="{78E0B09B-504F-41BD-80D6-EBCFB4203D2E}" destId="{0BDB4032-353E-424B-B0B2-11A848F8D962}" srcOrd="3" destOrd="0" parTransId="{A1BFF48F-BA77-4B8C-9749-CB188059980A}" sibTransId="{14BDE53B-1BF2-4CEC-A53A-3B98AC1FB499}"/>
    <dgm:cxn modelId="{F74836F2-A0D8-40FD-9E94-23B868B92278}" srcId="{78E0B09B-504F-41BD-80D6-EBCFB4203D2E}" destId="{B3FA6F38-B406-44E0-9E08-E606654D12DD}" srcOrd="1" destOrd="0" parTransId="{2C061263-F42C-48A5-92A0-0A6A5218B05A}" sibTransId="{BE1F7CC8-CF22-49D8-9CA0-C9ADF020CC25}"/>
    <dgm:cxn modelId="{AB091CF3-2278-4613-9EF7-B46C9C9D8570}" srcId="{78E0B09B-504F-41BD-80D6-EBCFB4203D2E}" destId="{D92E2C0F-A61D-498A-AD37-9DC86E0226C6}" srcOrd="2" destOrd="0" parTransId="{2D921FDE-A864-42C9-AB7E-B0B23C28461C}" sibTransId="{4E73F501-EDCC-4919-85DE-E3799E8518D2}"/>
    <dgm:cxn modelId="{7134ECF3-3EBC-4E31-84BA-73CE34BE1EFA}" type="presOf" srcId="{D92E2C0F-A61D-498A-AD37-9DC86E0226C6}" destId="{8560930D-E064-46A9-8C94-BF5CAEFE9F7B}" srcOrd="0" destOrd="0" presId="urn:microsoft.com/office/officeart/2005/8/layout/hierarchy1"/>
    <dgm:cxn modelId="{A505F2FB-9677-48B3-B53B-B6B337781FF1}" type="presOf" srcId="{B3FA6F38-B406-44E0-9E08-E606654D12DD}" destId="{E332E754-7EBB-40A8-BFA7-2EFF02635E35}" srcOrd="0" destOrd="0" presId="urn:microsoft.com/office/officeart/2005/8/layout/hierarchy1"/>
    <dgm:cxn modelId="{AB2A497F-868E-4BF2-B6DD-4B53592C858D}" type="presParOf" srcId="{8C619254-AFEE-4256-ABE2-586D5F0C3C74}" destId="{81F27FF5-EC66-4B2C-8F11-A11CF370A746}" srcOrd="0" destOrd="0" presId="urn:microsoft.com/office/officeart/2005/8/layout/hierarchy1"/>
    <dgm:cxn modelId="{AA661213-117E-4E15-9FB4-28B0419FB1B4}" type="presParOf" srcId="{81F27FF5-EC66-4B2C-8F11-A11CF370A746}" destId="{1851DB86-1E4A-4CE7-9EC1-3A0CFE07AE1C}" srcOrd="0" destOrd="0" presId="urn:microsoft.com/office/officeart/2005/8/layout/hierarchy1"/>
    <dgm:cxn modelId="{1A53FCBF-9F6C-426A-A860-0E460DFB8641}" type="presParOf" srcId="{1851DB86-1E4A-4CE7-9EC1-3A0CFE07AE1C}" destId="{00E7CB23-F4DA-44EB-B65E-F7BC89880E15}" srcOrd="0" destOrd="0" presId="urn:microsoft.com/office/officeart/2005/8/layout/hierarchy1"/>
    <dgm:cxn modelId="{EACFEE4D-E482-40C3-AF0D-6E7EA572EA8B}" type="presParOf" srcId="{1851DB86-1E4A-4CE7-9EC1-3A0CFE07AE1C}" destId="{4471DB43-1D89-40BE-94FB-9AE17BE14CF8}" srcOrd="1" destOrd="0" presId="urn:microsoft.com/office/officeart/2005/8/layout/hierarchy1"/>
    <dgm:cxn modelId="{1D2D6F3E-2F19-4569-996A-487D42E1CBA6}" type="presParOf" srcId="{81F27FF5-EC66-4B2C-8F11-A11CF370A746}" destId="{DC5992B4-C343-411E-9102-081063926726}" srcOrd="1" destOrd="0" presId="urn:microsoft.com/office/officeart/2005/8/layout/hierarchy1"/>
    <dgm:cxn modelId="{D921006A-4B1E-4F7E-8846-E9030BF365C5}" type="presParOf" srcId="{8C619254-AFEE-4256-ABE2-586D5F0C3C74}" destId="{4E049CFD-DDE7-4386-A91B-6A80CFF88DBC}" srcOrd="1" destOrd="0" presId="urn:microsoft.com/office/officeart/2005/8/layout/hierarchy1"/>
    <dgm:cxn modelId="{CFFD29F6-C073-41F7-8AB8-0AA4CF0FE301}" type="presParOf" srcId="{4E049CFD-DDE7-4386-A91B-6A80CFF88DBC}" destId="{2D62B0B6-AC42-45E3-8092-306FC088C2D7}" srcOrd="0" destOrd="0" presId="urn:microsoft.com/office/officeart/2005/8/layout/hierarchy1"/>
    <dgm:cxn modelId="{099E2F78-B843-4B42-817D-45900EA62769}" type="presParOf" srcId="{2D62B0B6-AC42-45E3-8092-306FC088C2D7}" destId="{D4504545-7333-4BAB-9A5A-68DCFFF05874}" srcOrd="0" destOrd="0" presId="urn:microsoft.com/office/officeart/2005/8/layout/hierarchy1"/>
    <dgm:cxn modelId="{AB76E272-BAA0-4A5E-A593-A562B3F57D7A}" type="presParOf" srcId="{2D62B0B6-AC42-45E3-8092-306FC088C2D7}" destId="{E332E754-7EBB-40A8-BFA7-2EFF02635E35}" srcOrd="1" destOrd="0" presId="urn:microsoft.com/office/officeart/2005/8/layout/hierarchy1"/>
    <dgm:cxn modelId="{55E1EA09-9152-4116-89A9-0B1A8F44E33D}" type="presParOf" srcId="{4E049CFD-DDE7-4386-A91B-6A80CFF88DBC}" destId="{7DED2C47-8A68-4F95-B88C-3C7E70EF0891}" srcOrd="1" destOrd="0" presId="urn:microsoft.com/office/officeart/2005/8/layout/hierarchy1"/>
    <dgm:cxn modelId="{292FD872-6937-4043-B49F-EB4BD2F3AD5B}" type="presParOf" srcId="{8C619254-AFEE-4256-ABE2-586D5F0C3C74}" destId="{7564DB8A-F511-4A1F-8335-A595AD18DFE0}" srcOrd="2" destOrd="0" presId="urn:microsoft.com/office/officeart/2005/8/layout/hierarchy1"/>
    <dgm:cxn modelId="{7ACFC2E6-9934-41A3-8FC7-DC12EFF1A827}" type="presParOf" srcId="{7564DB8A-F511-4A1F-8335-A595AD18DFE0}" destId="{CE1C9A41-DDC2-4F55-B4E8-5F22D0B22B5F}" srcOrd="0" destOrd="0" presId="urn:microsoft.com/office/officeart/2005/8/layout/hierarchy1"/>
    <dgm:cxn modelId="{2ADF2964-02E8-443B-B9C8-FE56F8626768}" type="presParOf" srcId="{CE1C9A41-DDC2-4F55-B4E8-5F22D0B22B5F}" destId="{A38E05F1-6F45-4414-AA14-066A336969F9}" srcOrd="0" destOrd="0" presId="urn:microsoft.com/office/officeart/2005/8/layout/hierarchy1"/>
    <dgm:cxn modelId="{F9020D3F-05C8-4BD2-9D0E-AB687127634E}" type="presParOf" srcId="{CE1C9A41-DDC2-4F55-B4E8-5F22D0B22B5F}" destId="{8560930D-E064-46A9-8C94-BF5CAEFE9F7B}" srcOrd="1" destOrd="0" presId="urn:microsoft.com/office/officeart/2005/8/layout/hierarchy1"/>
    <dgm:cxn modelId="{B463AAAF-F523-4396-BC64-82D8034B68D5}" type="presParOf" srcId="{7564DB8A-F511-4A1F-8335-A595AD18DFE0}" destId="{5CFBC0DF-8024-48A8-B1DF-F695A8789712}" srcOrd="1" destOrd="0" presId="urn:microsoft.com/office/officeart/2005/8/layout/hierarchy1"/>
    <dgm:cxn modelId="{81BC8514-6DA9-4BDC-AE05-B6D63CCDBA0F}" type="presParOf" srcId="{8C619254-AFEE-4256-ABE2-586D5F0C3C74}" destId="{00CB551A-EA66-4FD3-94BB-B4764D1294B2}" srcOrd="3" destOrd="0" presId="urn:microsoft.com/office/officeart/2005/8/layout/hierarchy1"/>
    <dgm:cxn modelId="{1178BB40-2164-4DC1-930D-B00B23CC8B04}" type="presParOf" srcId="{00CB551A-EA66-4FD3-94BB-B4764D1294B2}" destId="{F2E4F130-16B3-4508-8A1A-1C94FC2C0D6D}" srcOrd="0" destOrd="0" presId="urn:microsoft.com/office/officeart/2005/8/layout/hierarchy1"/>
    <dgm:cxn modelId="{DE3F725C-CFF6-481F-B22D-FBF8A2B36DBC}" type="presParOf" srcId="{F2E4F130-16B3-4508-8A1A-1C94FC2C0D6D}" destId="{324A64E6-DDCC-487D-8E89-F90FD8A3AB27}" srcOrd="0" destOrd="0" presId="urn:microsoft.com/office/officeart/2005/8/layout/hierarchy1"/>
    <dgm:cxn modelId="{8C1E259E-3214-4EB8-9139-78A7FCAF57A9}" type="presParOf" srcId="{F2E4F130-16B3-4508-8A1A-1C94FC2C0D6D}" destId="{2BF577F2-1062-467C-9C2F-D7A2E776F940}" srcOrd="1" destOrd="0" presId="urn:microsoft.com/office/officeart/2005/8/layout/hierarchy1"/>
    <dgm:cxn modelId="{60D856F4-8FEF-46F6-877C-B5261D8C6DAC}" type="presParOf" srcId="{00CB551A-EA66-4FD3-94BB-B4764D1294B2}" destId="{CA59E50F-AF5B-42E8-8E94-72E7966819D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43EBF79-319A-473B-8314-101EF346D8BF}" type="doc">
      <dgm:prSet loTypeId="urn:microsoft.com/office/officeart/2005/8/layout/hierarchy1" loCatId="hierarchy" qsTypeId="urn:microsoft.com/office/officeart/2005/8/quickstyle/simple2" qsCatId="simple" csTypeId="urn:microsoft.com/office/officeart/2005/8/colors/accent1_2" csCatId="accent1"/>
      <dgm:spPr/>
      <dgm:t>
        <a:bodyPr/>
        <a:lstStyle/>
        <a:p>
          <a:endParaRPr lang="en-US"/>
        </a:p>
      </dgm:t>
    </dgm:pt>
    <dgm:pt modelId="{D53455D3-C74A-49CA-955B-3ABFC79EAAFB}">
      <dgm:prSet/>
      <dgm:spPr/>
      <dgm:t>
        <a:bodyPr/>
        <a:lstStyle/>
        <a:p>
          <a:r>
            <a:rPr lang="en-US"/>
            <a:t>Term Frequency-Inverse Document Frequency (TF-IDF) and Count Vectorizer are popular feature extraction techniques in natural language processing (NLP) for text classification and Fake SMS detection. </a:t>
          </a:r>
        </a:p>
      </dgm:t>
    </dgm:pt>
    <dgm:pt modelId="{729F2DB3-C994-4990-BB1D-689C81C27C01}" type="parTrans" cxnId="{926A4238-D85E-41CD-B9CA-7CA39896255C}">
      <dgm:prSet/>
      <dgm:spPr/>
      <dgm:t>
        <a:bodyPr/>
        <a:lstStyle/>
        <a:p>
          <a:endParaRPr lang="en-US"/>
        </a:p>
      </dgm:t>
    </dgm:pt>
    <dgm:pt modelId="{2FBBCF2F-C9F7-4A2D-B235-20CD67CD09BA}" type="sibTrans" cxnId="{926A4238-D85E-41CD-B9CA-7CA39896255C}">
      <dgm:prSet/>
      <dgm:spPr/>
      <dgm:t>
        <a:bodyPr/>
        <a:lstStyle/>
        <a:p>
          <a:endParaRPr lang="en-US"/>
        </a:p>
      </dgm:t>
    </dgm:pt>
    <dgm:pt modelId="{3D8EB2AF-B189-4033-93E7-932F3DC9C480}">
      <dgm:prSet/>
      <dgm:spPr/>
      <dgm:t>
        <a:bodyPr/>
        <a:lstStyle/>
        <a:p>
          <a:r>
            <a:rPr lang="en-US"/>
            <a:t>These techniques help identify the importance of words in a document and reduce the dimensionality of the data, capturing the most pertinent features.</a:t>
          </a:r>
        </a:p>
      </dgm:t>
    </dgm:pt>
    <dgm:pt modelId="{73BC41A1-F438-45F5-B6CC-3CF7FEDE841D}" type="parTrans" cxnId="{F29BBBF6-BCB6-4D84-A52C-4C1907706C0C}">
      <dgm:prSet/>
      <dgm:spPr/>
      <dgm:t>
        <a:bodyPr/>
        <a:lstStyle/>
        <a:p>
          <a:endParaRPr lang="en-US"/>
        </a:p>
      </dgm:t>
    </dgm:pt>
    <dgm:pt modelId="{3E2011E8-40D2-4488-AE87-ECCA7A93455F}" type="sibTrans" cxnId="{F29BBBF6-BCB6-4D84-A52C-4C1907706C0C}">
      <dgm:prSet/>
      <dgm:spPr/>
      <dgm:t>
        <a:bodyPr/>
        <a:lstStyle/>
        <a:p>
          <a:endParaRPr lang="en-US"/>
        </a:p>
      </dgm:t>
    </dgm:pt>
    <dgm:pt modelId="{07BF1254-7FA6-406F-A620-BB395CF1B863}" type="pres">
      <dgm:prSet presAssocID="{843EBF79-319A-473B-8314-101EF346D8BF}" presName="hierChild1" presStyleCnt="0">
        <dgm:presLayoutVars>
          <dgm:chPref val="1"/>
          <dgm:dir/>
          <dgm:animOne val="branch"/>
          <dgm:animLvl val="lvl"/>
          <dgm:resizeHandles/>
        </dgm:presLayoutVars>
      </dgm:prSet>
      <dgm:spPr/>
    </dgm:pt>
    <dgm:pt modelId="{5D0BB22D-651D-4BAE-B6E5-7023C0C48EF0}" type="pres">
      <dgm:prSet presAssocID="{D53455D3-C74A-49CA-955B-3ABFC79EAAFB}" presName="hierRoot1" presStyleCnt="0"/>
      <dgm:spPr/>
    </dgm:pt>
    <dgm:pt modelId="{4D7CDFB0-9B73-42C4-8ACB-23329CBCDF96}" type="pres">
      <dgm:prSet presAssocID="{D53455D3-C74A-49CA-955B-3ABFC79EAAFB}" presName="composite" presStyleCnt="0"/>
      <dgm:spPr/>
    </dgm:pt>
    <dgm:pt modelId="{601944B2-A08A-46DD-9BB8-491A0B113759}" type="pres">
      <dgm:prSet presAssocID="{D53455D3-C74A-49CA-955B-3ABFC79EAAFB}" presName="background" presStyleLbl="node0" presStyleIdx="0" presStyleCnt="2"/>
      <dgm:spPr/>
    </dgm:pt>
    <dgm:pt modelId="{290D002F-F182-446A-A98B-0E593C89B317}" type="pres">
      <dgm:prSet presAssocID="{D53455D3-C74A-49CA-955B-3ABFC79EAAFB}" presName="text" presStyleLbl="fgAcc0" presStyleIdx="0" presStyleCnt="2">
        <dgm:presLayoutVars>
          <dgm:chPref val="3"/>
        </dgm:presLayoutVars>
      </dgm:prSet>
      <dgm:spPr/>
    </dgm:pt>
    <dgm:pt modelId="{54920DDC-2F2C-42EB-B044-B418A9720D58}" type="pres">
      <dgm:prSet presAssocID="{D53455D3-C74A-49CA-955B-3ABFC79EAAFB}" presName="hierChild2" presStyleCnt="0"/>
      <dgm:spPr/>
    </dgm:pt>
    <dgm:pt modelId="{70894BAA-E81D-4F12-8492-C55D5B19A79F}" type="pres">
      <dgm:prSet presAssocID="{3D8EB2AF-B189-4033-93E7-932F3DC9C480}" presName="hierRoot1" presStyleCnt="0"/>
      <dgm:spPr/>
    </dgm:pt>
    <dgm:pt modelId="{3084B647-8D9D-41A7-91EC-4FBF7810094B}" type="pres">
      <dgm:prSet presAssocID="{3D8EB2AF-B189-4033-93E7-932F3DC9C480}" presName="composite" presStyleCnt="0"/>
      <dgm:spPr/>
    </dgm:pt>
    <dgm:pt modelId="{4CF0DE21-C131-4466-957A-09F475A160A5}" type="pres">
      <dgm:prSet presAssocID="{3D8EB2AF-B189-4033-93E7-932F3DC9C480}" presName="background" presStyleLbl="node0" presStyleIdx="1" presStyleCnt="2"/>
      <dgm:spPr/>
    </dgm:pt>
    <dgm:pt modelId="{1DC8039B-B941-454A-93C4-93FEADE546B7}" type="pres">
      <dgm:prSet presAssocID="{3D8EB2AF-B189-4033-93E7-932F3DC9C480}" presName="text" presStyleLbl="fgAcc0" presStyleIdx="1" presStyleCnt="2">
        <dgm:presLayoutVars>
          <dgm:chPref val="3"/>
        </dgm:presLayoutVars>
      </dgm:prSet>
      <dgm:spPr/>
    </dgm:pt>
    <dgm:pt modelId="{2D7B1BA0-65CF-4955-852F-4811B607500F}" type="pres">
      <dgm:prSet presAssocID="{3D8EB2AF-B189-4033-93E7-932F3DC9C480}" presName="hierChild2" presStyleCnt="0"/>
      <dgm:spPr/>
    </dgm:pt>
  </dgm:ptLst>
  <dgm:cxnLst>
    <dgm:cxn modelId="{926A4238-D85E-41CD-B9CA-7CA39896255C}" srcId="{843EBF79-319A-473B-8314-101EF346D8BF}" destId="{D53455D3-C74A-49CA-955B-3ABFC79EAAFB}" srcOrd="0" destOrd="0" parTransId="{729F2DB3-C994-4990-BB1D-689C81C27C01}" sibTransId="{2FBBCF2F-C9F7-4A2D-B235-20CD67CD09BA}"/>
    <dgm:cxn modelId="{AE38ED99-9B10-4B0D-953C-4B8A9EB8CC84}" type="presOf" srcId="{3D8EB2AF-B189-4033-93E7-932F3DC9C480}" destId="{1DC8039B-B941-454A-93C4-93FEADE546B7}" srcOrd="0" destOrd="0" presId="urn:microsoft.com/office/officeart/2005/8/layout/hierarchy1"/>
    <dgm:cxn modelId="{5AD29AB8-0AC4-4537-ACF5-73B206DE0D00}" type="presOf" srcId="{D53455D3-C74A-49CA-955B-3ABFC79EAAFB}" destId="{290D002F-F182-446A-A98B-0E593C89B317}" srcOrd="0" destOrd="0" presId="urn:microsoft.com/office/officeart/2005/8/layout/hierarchy1"/>
    <dgm:cxn modelId="{09E813F0-6642-44ED-810D-945A2AC25E76}" type="presOf" srcId="{843EBF79-319A-473B-8314-101EF346D8BF}" destId="{07BF1254-7FA6-406F-A620-BB395CF1B863}" srcOrd="0" destOrd="0" presId="urn:microsoft.com/office/officeart/2005/8/layout/hierarchy1"/>
    <dgm:cxn modelId="{F29BBBF6-BCB6-4D84-A52C-4C1907706C0C}" srcId="{843EBF79-319A-473B-8314-101EF346D8BF}" destId="{3D8EB2AF-B189-4033-93E7-932F3DC9C480}" srcOrd="1" destOrd="0" parTransId="{73BC41A1-F438-45F5-B6CC-3CF7FEDE841D}" sibTransId="{3E2011E8-40D2-4488-AE87-ECCA7A93455F}"/>
    <dgm:cxn modelId="{1D47F177-4F5A-4D06-9B8D-57A575CCA2E2}" type="presParOf" srcId="{07BF1254-7FA6-406F-A620-BB395CF1B863}" destId="{5D0BB22D-651D-4BAE-B6E5-7023C0C48EF0}" srcOrd="0" destOrd="0" presId="urn:microsoft.com/office/officeart/2005/8/layout/hierarchy1"/>
    <dgm:cxn modelId="{959C1F35-3887-42E0-A6AA-89B8F6715519}" type="presParOf" srcId="{5D0BB22D-651D-4BAE-B6E5-7023C0C48EF0}" destId="{4D7CDFB0-9B73-42C4-8ACB-23329CBCDF96}" srcOrd="0" destOrd="0" presId="urn:microsoft.com/office/officeart/2005/8/layout/hierarchy1"/>
    <dgm:cxn modelId="{6633FF6D-AEAB-4794-B35A-F0F39C14A980}" type="presParOf" srcId="{4D7CDFB0-9B73-42C4-8ACB-23329CBCDF96}" destId="{601944B2-A08A-46DD-9BB8-491A0B113759}" srcOrd="0" destOrd="0" presId="urn:microsoft.com/office/officeart/2005/8/layout/hierarchy1"/>
    <dgm:cxn modelId="{1B92F708-F678-4A43-8930-1CD95C416D81}" type="presParOf" srcId="{4D7CDFB0-9B73-42C4-8ACB-23329CBCDF96}" destId="{290D002F-F182-446A-A98B-0E593C89B317}" srcOrd="1" destOrd="0" presId="urn:microsoft.com/office/officeart/2005/8/layout/hierarchy1"/>
    <dgm:cxn modelId="{8EF77C5A-C17B-4816-A864-9825E2549331}" type="presParOf" srcId="{5D0BB22D-651D-4BAE-B6E5-7023C0C48EF0}" destId="{54920DDC-2F2C-42EB-B044-B418A9720D58}" srcOrd="1" destOrd="0" presId="urn:microsoft.com/office/officeart/2005/8/layout/hierarchy1"/>
    <dgm:cxn modelId="{3D4E4517-72FD-48A7-B6F8-CA9F610FBDB8}" type="presParOf" srcId="{07BF1254-7FA6-406F-A620-BB395CF1B863}" destId="{70894BAA-E81D-4F12-8492-C55D5B19A79F}" srcOrd="1" destOrd="0" presId="urn:microsoft.com/office/officeart/2005/8/layout/hierarchy1"/>
    <dgm:cxn modelId="{9B4E4643-CC1E-4804-9E92-FE84ECA23370}" type="presParOf" srcId="{70894BAA-E81D-4F12-8492-C55D5B19A79F}" destId="{3084B647-8D9D-41A7-91EC-4FBF7810094B}" srcOrd="0" destOrd="0" presId="urn:microsoft.com/office/officeart/2005/8/layout/hierarchy1"/>
    <dgm:cxn modelId="{8B002F9D-60C2-4025-B990-CAF16F4E67BC}" type="presParOf" srcId="{3084B647-8D9D-41A7-91EC-4FBF7810094B}" destId="{4CF0DE21-C131-4466-957A-09F475A160A5}" srcOrd="0" destOrd="0" presId="urn:microsoft.com/office/officeart/2005/8/layout/hierarchy1"/>
    <dgm:cxn modelId="{40C60CC5-4E9B-4A6F-94EF-7C2F145DC2AC}" type="presParOf" srcId="{3084B647-8D9D-41A7-91EC-4FBF7810094B}" destId="{1DC8039B-B941-454A-93C4-93FEADE546B7}" srcOrd="1" destOrd="0" presId="urn:microsoft.com/office/officeart/2005/8/layout/hierarchy1"/>
    <dgm:cxn modelId="{5C13D4D8-BE80-4BA5-8EF6-2C68DA3D038A}" type="presParOf" srcId="{70894BAA-E81D-4F12-8492-C55D5B19A79F}" destId="{2D7B1BA0-65CF-4955-852F-4811B607500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8159A6F-7497-4044-8A6B-C54E94AD72C7}" type="doc">
      <dgm:prSet loTypeId="urn:microsoft.com/office/officeart/2005/8/layout/vProcess5" loCatId="process" qsTypeId="urn:microsoft.com/office/officeart/2005/8/quickstyle/simple4" qsCatId="simple" csTypeId="urn:microsoft.com/office/officeart/2005/8/colors/accent2_2" csCatId="accent2" phldr="1"/>
      <dgm:spPr/>
      <dgm:t>
        <a:bodyPr/>
        <a:lstStyle/>
        <a:p>
          <a:endParaRPr lang="en-US"/>
        </a:p>
      </dgm:t>
    </dgm:pt>
    <dgm:pt modelId="{3494111C-9570-497A-9177-253578361333}">
      <dgm:prSet/>
      <dgm:spPr/>
      <dgm:t>
        <a:bodyPr/>
        <a:lstStyle/>
        <a:p>
          <a:r>
            <a:rPr lang="en-US" b="1"/>
            <a:t>Logistic Regression</a:t>
          </a:r>
          <a:endParaRPr lang="en-US"/>
        </a:p>
      </dgm:t>
    </dgm:pt>
    <dgm:pt modelId="{6361E885-B6D6-4606-8021-6FC279F271B2}" type="parTrans" cxnId="{65E0E261-1568-464A-A42E-A9A4A8357E89}">
      <dgm:prSet/>
      <dgm:spPr/>
      <dgm:t>
        <a:bodyPr/>
        <a:lstStyle/>
        <a:p>
          <a:endParaRPr lang="en-US"/>
        </a:p>
      </dgm:t>
    </dgm:pt>
    <dgm:pt modelId="{2712FCC6-02A9-4C9F-9851-60AE459F52A4}" type="sibTrans" cxnId="{65E0E261-1568-464A-A42E-A9A4A8357E89}">
      <dgm:prSet/>
      <dgm:spPr/>
      <dgm:t>
        <a:bodyPr/>
        <a:lstStyle/>
        <a:p>
          <a:endParaRPr lang="en-US"/>
        </a:p>
      </dgm:t>
    </dgm:pt>
    <dgm:pt modelId="{E4B162C2-CA96-4A0D-AB7A-09C1E4E0D84B}">
      <dgm:prSet/>
      <dgm:spPr/>
      <dgm:t>
        <a:bodyPr/>
        <a:lstStyle/>
        <a:p>
          <a:r>
            <a:rPr lang="en-US"/>
            <a:t>Logistic regression was the first model built in the Research. The given model is the most basic model for classification. It is based on the sigmoid function and is the automation of a statistical approach. The given linear model is a particular case of predicting the probability, and for a given series of inputs, it provides an output class.</a:t>
          </a:r>
        </a:p>
      </dgm:t>
    </dgm:pt>
    <dgm:pt modelId="{F05EFDCA-59F7-4735-AED1-CF274EDA8F5A}" type="parTrans" cxnId="{9E1D7423-7ED3-4030-B591-E59370CBE1F8}">
      <dgm:prSet/>
      <dgm:spPr/>
      <dgm:t>
        <a:bodyPr/>
        <a:lstStyle/>
        <a:p>
          <a:endParaRPr lang="en-US"/>
        </a:p>
      </dgm:t>
    </dgm:pt>
    <dgm:pt modelId="{76518241-E44F-4EA1-90F3-B344485C8F38}" type="sibTrans" cxnId="{9E1D7423-7ED3-4030-B591-E59370CBE1F8}">
      <dgm:prSet/>
      <dgm:spPr/>
      <dgm:t>
        <a:bodyPr/>
        <a:lstStyle/>
        <a:p>
          <a:endParaRPr lang="en-US"/>
        </a:p>
      </dgm:t>
    </dgm:pt>
    <dgm:pt modelId="{31BFD4EA-B4B5-42FF-B4EE-EC5F2F3427E1}" type="pres">
      <dgm:prSet presAssocID="{D8159A6F-7497-4044-8A6B-C54E94AD72C7}" presName="outerComposite" presStyleCnt="0">
        <dgm:presLayoutVars>
          <dgm:chMax val="5"/>
          <dgm:dir/>
          <dgm:resizeHandles val="exact"/>
        </dgm:presLayoutVars>
      </dgm:prSet>
      <dgm:spPr/>
    </dgm:pt>
    <dgm:pt modelId="{A34B910D-2104-496F-8A77-41E6BCDC853E}" type="pres">
      <dgm:prSet presAssocID="{D8159A6F-7497-4044-8A6B-C54E94AD72C7}" presName="dummyMaxCanvas" presStyleCnt="0">
        <dgm:presLayoutVars/>
      </dgm:prSet>
      <dgm:spPr/>
    </dgm:pt>
    <dgm:pt modelId="{7661F923-D991-4CAC-A501-6D7102E28005}" type="pres">
      <dgm:prSet presAssocID="{D8159A6F-7497-4044-8A6B-C54E94AD72C7}" presName="TwoNodes_1" presStyleLbl="node1" presStyleIdx="0" presStyleCnt="2">
        <dgm:presLayoutVars>
          <dgm:bulletEnabled val="1"/>
        </dgm:presLayoutVars>
      </dgm:prSet>
      <dgm:spPr/>
    </dgm:pt>
    <dgm:pt modelId="{1EF28EDE-7C15-4098-99D5-073815779533}" type="pres">
      <dgm:prSet presAssocID="{D8159A6F-7497-4044-8A6B-C54E94AD72C7}" presName="TwoNodes_2" presStyleLbl="node1" presStyleIdx="1" presStyleCnt="2">
        <dgm:presLayoutVars>
          <dgm:bulletEnabled val="1"/>
        </dgm:presLayoutVars>
      </dgm:prSet>
      <dgm:spPr/>
    </dgm:pt>
    <dgm:pt modelId="{B4BA4AF6-1FC0-4884-B66D-5E1939EC6E3D}" type="pres">
      <dgm:prSet presAssocID="{D8159A6F-7497-4044-8A6B-C54E94AD72C7}" presName="TwoConn_1-2" presStyleLbl="fgAccFollowNode1" presStyleIdx="0" presStyleCnt="1">
        <dgm:presLayoutVars>
          <dgm:bulletEnabled val="1"/>
        </dgm:presLayoutVars>
      </dgm:prSet>
      <dgm:spPr/>
    </dgm:pt>
    <dgm:pt modelId="{34CA8387-B321-4281-BBBD-23993078CDC7}" type="pres">
      <dgm:prSet presAssocID="{D8159A6F-7497-4044-8A6B-C54E94AD72C7}" presName="TwoNodes_1_text" presStyleLbl="node1" presStyleIdx="1" presStyleCnt="2">
        <dgm:presLayoutVars>
          <dgm:bulletEnabled val="1"/>
        </dgm:presLayoutVars>
      </dgm:prSet>
      <dgm:spPr/>
    </dgm:pt>
    <dgm:pt modelId="{55DFA56B-9FED-40B0-8668-13A483FA7005}" type="pres">
      <dgm:prSet presAssocID="{D8159A6F-7497-4044-8A6B-C54E94AD72C7}" presName="TwoNodes_2_text" presStyleLbl="node1" presStyleIdx="1" presStyleCnt="2">
        <dgm:presLayoutVars>
          <dgm:bulletEnabled val="1"/>
        </dgm:presLayoutVars>
      </dgm:prSet>
      <dgm:spPr/>
    </dgm:pt>
  </dgm:ptLst>
  <dgm:cxnLst>
    <dgm:cxn modelId="{9E1D7423-7ED3-4030-B591-E59370CBE1F8}" srcId="{D8159A6F-7497-4044-8A6B-C54E94AD72C7}" destId="{E4B162C2-CA96-4A0D-AB7A-09C1E4E0D84B}" srcOrd="1" destOrd="0" parTransId="{F05EFDCA-59F7-4735-AED1-CF274EDA8F5A}" sibTransId="{76518241-E44F-4EA1-90F3-B344485C8F38}"/>
    <dgm:cxn modelId="{8087722E-D6A8-4841-92B1-2FBA7E0E08F5}" type="presOf" srcId="{D8159A6F-7497-4044-8A6B-C54E94AD72C7}" destId="{31BFD4EA-B4B5-42FF-B4EE-EC5F2F3427E1}" srcOrd="0" destOrd="0" presId="urn:microsoft.com/office/officeart/2005/8/layout/vProcess5"/>
    <dgm:cxn modelId="{53F9F835-7982-4658-82B7-66EB69C9E088}" type="presOf" srcId="{E4B162C2-CA96-4A0D-AB7A-09C1E4E0D84B}" destId="{55DFA56B-9FED-40B0-8668-13A483FA7005}" srcOrd="1" destOrd="0" presId="urn:microsoft.com/office/officeart/2005/8/layout/vProcess5"/>
    <dgm:cxn modelId="{CECF3C36-350C-4E2E-9805-1D836E059D7B}" type="presOf" srcId="{3494111C-9570-497A-9177-253578361333}" destId="{34CA8387-B321-4281-BBBD-23993078CDC7}" srcOrd="1" destOrd="0" presId="urn:microsoft.com/office/officeart/2005/8/layout/vProcess5"/>
    <dgm:cxn modelId="{F1D69A3A-2D85-40C0-A47F-35E780D116AF}" type="presOf" srcId="{2712FCC6-02A9-4C9F-9851-60AE459F52A4}" destId="{B4BA4AF6-1FC0-4884-B66D-5E1939EC6E3D}" srcOrd="0" destOrd="0" presId="urn:microsoft.com/office/officeart/2005/8/layout/vProcess5"/>
    <dgm:cxn modelId="{65E0E261-1568-464A-A42E-A9A4A8357E89}" srcId="{D8159A6F-7497-4044-8A6B-C54E94AD72C7}" destId="{3494111C-9570-497A-9177-253578361333}" srcOrd="0" destOrd="0" parTransId="{6361E885-B6D6-4606-8021-6FC279F271B2}" sibTransId="{2712FCC6-02A9-4C9F-9851-60AE459F52A4}"/>
    <dgm:cxn modelId="{7B5E579E-B870-4743-BA33-92FFF1B7E7D6}" type="presOf" srcId="{E4B162C2-CA96-4A0D-AB7A-09C1E4E0D84B}" destId="{1EF28EDE-7C15-4098-99D5-073815779533}" srcOrd="0" destOrd="0" presId="urn:microsoft.com/office/officeart/2005/8/layout/vProcess5"/>
    <dgm:cxn modelId="{778E38C8-B1FE-4F0A-9737-A34F8302A30C}" type="presOf" srcId="{3494111C-9570-497A-9177-253578361333}" destId="{7661F923-D991-4CAC-A501-6D7102E28005}" srcOrd="0" destOrd="0" presId="urn:microsoft.com/office/officeart/2005/8/layout/vProcess5"/>
    <dgm:cxn modelId="{3CE13937-02FC-45AB-A792-2FF2B560EEC6}" type="presParOf" srcId="{31BFD4EA-B4B5-42FF-B4EE-EC5F2F3427E1}" destId="{A34B910D-2104-496F-8A77-41E6BCDC853E}" srcOrd="0" destOrd="0" presId="urn:microsoft.com/office/officeart/2005/8/layout/vProcess5"/>
    <dgm:cxn modelId="{BD698541-17D1-4E85-9E15-03E5FAEE6E07}" type="presParOf" srcId="{31BFD4EA-B4B5-42FF-B4EE-EC5F2F3427E1}" destId="{7661F923-D991-4CAC-A501-6D7102E28005}" srcOrd="1" destOrd="0" presId="urn:microsoft.com/office/officeart/2005/8/layout/vProcess5"/>
    <dgm:cxn modelId="{1DC82F21-A7B8-450F-99F3-1568B8040BE5}" type="presParOf" srcId="{31BFD4EA-B4B5-42FF-B4EE-EC5F2F3427E1}" destId="{1EF28EDE-7C15-4098-99D5-073815779533}" srcOrd="2" destOrd="0" presId="urn:microsoft.com/office/officeart/2005/8/layout/vProcess5"/>
    <dgm:cxn modelId="{14258CDC-7527-4283-9EA3-622058510F66}" type="presParOf" srcId="{31BFD4EA-B4B5-42FF-B4EE-EC5F2F3427E1}" destId="{B4BA4AF6-1FC0-4884-B66D-5E1939EC6E3D}" srcOrd="3" destOrd="0" presId="urn:microsoft.com/office/officeart/2005/8/layout/vProcess5"/>
    <dgm:cxn modelId="{AC5752AC-A62A-47A2-8195-04A247156BF6}" type="presParOf" srcId="{31BFD4EA-B4B5-42FF-B4EE-EC5F2F3427E1}" destId="{34CA8387-B321-4281-BBBD-23993078CDC7}" srcOrd="4" destOrd="0" presId="urn:microsoft.com/office/officeart/2005/8/layout/vProcess5"/>
    <dgm:cxn modelId="{899C237E-9AAC-4885-8DBC-111EF1530BEB}" type="presParOf" srcId="{31BFD4EA-B4B5-42FF-B4EE-EC5F2F3427E1}" destId="{55DFA56B-9FED-40B0-8668-13A483FA7005}"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8159A6F-7497-4044-8A6B-C54E94AD72C7}" type="doc">
      <dgm:prSet loTypeId="urn:microsoft.com/office/officeart/2005/8/layout/vProcess5" loCatId="process" qsTypeId="urn:microsoft.com/office/officeart/2005/8/quickstyle/simple4" qsCatId="simple" csTypeId="urn:microsoft.com/office/officeart/2005/8/colors/accent2_2" csCatId="accent2" phldr="1"/>
      <dgm:spPr/>
      <dgm:t>
        <a:bodyPr/>
        <a:lstStyle/>
        <a:p>
          <a:endParaRPr lang="en-US"/>
        </a:p>
      </dgm:t>
    </dgm:pt>
    <dgm:pt modelId="{3494111C-9570-497A-9177-253578361333}">
      <dgm:prSet/>
      <dgm:spPr/>
      <dgm:t>
        <a:bodyPr/>
        <a:lstStyle/>
        <a:p>
          <a:r>
            <a:rPr lang="en-US" b="1" dirty="0"/>
            <a:t>XgBoost</a:t>
          </a:r>
          <a:endParaRPr lang="en-US" dirty="0"/>
        </a:p>
      </dgm:t>
    </dgm:pt>
    <dgm:pt modelId="{6361E885-B6D6-4606-8021-6FC279F271B2}" type="parTrans" cxnId="{65E0E261-1568-464A-A42E-A9A4A8357E89}">
      <dgm:prSet/>
      <dgm:spPr/>
      <dgm:t>
        <a:bodyPr/>
        <a:lstStyle/>
        <a:p>
          <a:endParaRPr lang="en-US"/>
        </a:p>
      </dgm:t>
    </dgm:pt>
    <dgm:pt modelId="{2712FCC6-02A9-4C9F-9851-60AE459F52A4}" type="sibTrans" cxnId="{65E0E261-1568-464A-A42E-A9A4A8357E89}">
      <dgm:prSet/>
      <dgm:spPr/>
      <dgm:t>
        <a:bodyPr/>
        <a:lstStyle/>
        <a:p>
          <a:endParaRPr lang="en-US"/>
        </a:p>
      </dgm:t>
    </dgm:pt>
    <dgm:pt modelId="{E4B162C2-CA96-4A0D-AB7A-09C1E4E0D84B}">
      <dgm:prSet/>
      <dgm:spPr/>
      <dgm:t>
        <a:bodyPr/>
        <a:lstStyle/>
        <a:p>
          <a:r>
            <a:rPr lang="en-US" dirty="0"/>
            <a:t>XgBoost stands for Extreme Gradient Boosting algorithm that provides state-of-the-art scalable and distributed Gradient Boosting capability. The given model is designed to use the hardware of the system and software to a maximum extent. The base algorithms that work with Xgboost are Decision trees</a:t>
          </a:r>
        </a:p>
      </dgm:t>
    </dgm:pt>
    <dgm:pt modelId="{F05EFDCA-59F7-4735-AED1-CF274EDA8F5A}" type="parTrans" cxnId="{9E1D7423-7ED3-4030-B591-E59370CBE1F8}">
      <dgm:prSet/>
      <dgm:spPr/>
      <dgm:t>
        <a:bodyPr/>
        <a:lstStyle/>
        <a:p>
          <a:endParaRPr lang="en-US"/>
        </a:p>
      </dgm:t>
    </dgm:pt>
    <dgm:pt modelId="{76518241-E44F-4EA1-90F3-B344485C8F38}" type="sibTrans" cxnId="{9E1D7423-7ED3-4030-B591-E59370CBE1F8}">
      <dgm:prSet/>
      <dgm:spPr/>
      <dgm:t>
        <a:bodyPr/>
        <a:lstStyle/>
        <a:p>
          <a:endParaRPr lang="en-US"/>
        </a:p>
      </dgm:t>
    </dgm:pt>
    <dgm:pt modelId="{31BFD4EA-B4B5-42FF-B4EE-EC5F2F3427E1}" type="pres">
      <dgm:prSet presAssocID="{D8159A6F-7497-4044-8A6B-C54E94AD72C7}" presName="outerComposite" presStyleCnt="0">
        <dgm:presLayoutVars>
          <dgm:chMax val="5"/>
          <dgm:dir/>
          <dgm:resizeHandles val="exact"/>
        </dgm:presLayoutVars>
      </dgm:prSet>
      <dgm:spPr/>
    </dgm:pt>
    <dgm:pt modelId="{A34B910D-2104-496F-8A77-41E6BCDC853E}" type="pres">
      <dgm:prSet presAssocID="{D8159A6F-7497-4044-8A6B-C54E94AD72C7}" presName="dummyMaxCanvas" presStyleCnt="0">
        <dgm:presLayoutVars/>
      </dgm:prSet>
      <dgm:spPr/>
    </dgm:pt>
    <dgm:pt modelId="{7661F923-D991-4CAC-A501-6D7102E28005}" type="pres">
      <dgm:prSet presAssocID="{D8159A6F-7497-4044-8A6B-C54E94AD72C7}" presName="TwoNodes_1" presStyleLbl="node1" presStyleIdx="0" presStyleCnt="2" custLinFactNeighborX="-944">
        <dgm:presLayoutVars>
          <dgm:bulletEnabled val="1"/>
        </dgm:presLayoutVars>
      </dgm:prSet>
      <dgm:spPr/>
    </dgm:pt>
    <dgm:pt modelId="{1EF28EDE-7C15-4098-99D5-073815779533}" type="pres">
      <dgm:prSet presAssocID="{D8159A6F-7497-4044-8A6B-C54E94AD72C7}" presName="TwoNodes_2" presStyleLbl="node1" presStyleIdx="1" presStyleCnt="2">
        <dgm:presLayoutVars>
          <dgm:bulletEnabled val="1"/>
        </dgm:presLayoutVars>
      </dgm:prSet>
      <dgm:spPr/>
    </dgm:pt>
    <dgm:pt modelId="{B4BA4AF6-1FC0-4884-B66D-5E1939EC6E3D}" type="pres">
      <dgm:prSet presAssocID="{D8159A6F-7497-4044-8A6B-C54E94AD72C7}" presName="TwoConn_1-2" presStyleLbl="fgAccFollowNode1" presStyleIdx="0" presStyleCnt="1">
        <dgm:presLayoutVars>
          <dgm:bulletEnabled val="1"/>
        </dgm:presLayoutVars>
      </dgm:prSet>
      <dgm:spPr/>
    </dgm:pt>
    <dgm:pt modelId="{34CA8387-B321-4281-BBBD-23993078CDC7}" type="pres">
      <dgm:prSet presAssocID="{D8159A6F-7497-4044-8A6B-C54E94AD72C7}" presName="TwoNodes_1_text" presStyleLbl="node1" presStyleIdx="1" presStyleCnt="2">
        <dgm:presLayoutVars>
          <dgm:bulletEnabled val="1"/>
        </dgm:presLayoutVars>
      </dgm:prSet>
      <dgm:spPr/>
    </dgm:pt>
    <dgm:pt modelId="{55DFA56B-9FED-40B0-8668-13A483FA7005}" type="pres">
      <dgm:prSet presAssocID="{D8159A6F-7497-4044-8A6B-C54E94AD72C7}" presName="TwoNodes_2_text" presStyleLbl="node1" presStyleIdx="1" presStyleCnt="2">
        <dgm:presLayoutVars>
          <dgm:bulletEnabled val="1"/>
        </dgm:presLayoutVars>
      </dgm:prSet>
      <dgm:spPr/>
    </dgm:pt>
  </dgm:ptLst>
  <dgm:cxnLst>
    <dgm:cxn modelId="{9E1D7423-7ED3-4030-B591-E59370CBE1F8}" srcId="{D8159A6F-7497-4044-8A6B-C54E94AD72C7}" destId="{E4B162C2-CA96-4A0D-AB7A-09C1E4E0D84B}" srcOrd="1" destOrd="0" parTransId="{F05EFDCA-59F7-4735-AED1-CF274EDA8F5A}" sibTransId="{76518241-E44F-4EA1-90F3-B344485C8F38}"/>
    <dgm:cxn modelId="{8087722E-D6A8-4841-92B1-2FBA7E0E08F5}" type="presOf" srcId="{D8159A6F-7497-4044-8A6B-C54E94AD72C7}" destId="{31BFD4EA-B4B5-42FF-B4EE-EC5F2F3427E1}" srcOrd="0" destOrd="0" presId="urn:microsoft.com/office/officeart/2005/8/layout/vProcess5"/>
    <dgm:cxn modelId="{53F9F835-7982-4658-82B7-66EB69C9E088}" type="presOf" srcId="{E4B162C2-CA96-4A0D-AB7A-09C1E4E0D84B}" destId="{55DFA56B-9FED-40B0-8668-13A483FA7005}" srcOrd="1" destOrd="0" presId="urn:microsoft.com/office/officeart/2005/8/layout/vProcess5"/>
    <dgm:cxn modelId="{CECF3C36-350C-4E2E-9805-1D836E059D7B}" type="presOf" srcId="{3494111C-9570-497A-9177-253578361333}" destId="{34CA8387-B321-4281-BBBD-23993078CDC7}" srcOrd="1" destOrd="0" presId="urn:microsoft.com/office/officeart/2005/8/layout/vProcess5"/>
    <dgm:cxn modelId="{F1D69A3A-2D85-40C0-A47F-35E780D116AF}" type="presOf" srcId="{2712FCC6-02A9-4C9F-9851-60AE459F52A4}" destId="{B4BA4AF6-1FC0-4884-B66D-5E1939EC6E3D}" srcOrd="0" destOrd="0" presId="urn:microsoft.com/office/officeart/2005/8/layout/vProcess5"/>
    <dgm:cxn modelId="{65E0E261-1568-464A-A42E-A9A4A8357E89}" srcId="{D8159A6F-7497-4044-8A6B-C54E94AD72C7}" destId="{3494111C-9570-497A-9177-253578361333}" srcOrd="0" destOrd="0" parTransId="{6361E885-B6D6-4606-8021-6FC279F271B2}" sibTransId="{2712FCC6-02A9-4C9F-9851-60AE459F52A4}"/>
    <dgm:cxn modelId="{7B5E579E-B870-4743-BA33-92FFF1B7E7D6}" type="presOf" srcId="{E4B162C2-CA96-4A0D-AB7A-09C1E4E0D84B}" destId="{1EF28EDE-7C15-4098-99D5-073815779533}" srcOrd="0" destOrd="0" presId="urn:microsoft.com/office/officeart/2005/8/layout/vProcess5"/>
    <dgm:cxn modelId="{778E38C8-B1FE-4F0A-9737-A34F8302A30C}" type="presOf" srcId="{3494111C-9570-497A-9177-253578361333}" destId="{7661F923-D991-4CAC-A501-6D7102E28005}" srcOrd="0" destOrd="0" presId="urn:microsoft.com/office/officeart/2005/8/layout/vProcess5"/>
    <dgm:cxn modelId="{3CE13937-02FC-45AB-A792-2FF2B560EEC6}" type="presParOf" srcId="{31BFD4EA-B4B5-42FF-B4EE-EC5F2F3427E1}" destId="{A34B910D-2104-496F-8A77-41E6BCDC853E}" srcOrd="0" destOrd="0" presId="urn:microsoft.com/office/officeart/2005/8/layout/vProcess5"/>
    <dgm:cxn modelId="{BD698541-17D1-4E85-9E15-03E5FAEE6E07}" type="presParOf" srcId="{31BFD4EA-B4B5-42FF-B4EE-EC5F2F3427E1}" destId="{7661F923-D991-4CAC-A501-6D7102E28005}" srcOrd="1" destOrd="0" presId="urn:microsoft.com/office/officeart/2005/8/layout/vProcess5"/>
    <dgm:cxn modelId="{1DC82F21-A7B8-450F-99F3-1568B8040BE5}" type="presParOf" srcId="{31BFD4EA-B4B5-42FF-B4EE-EC5F2F3427E1}" destId="{1EF28EDE-7C15-4098-99D5-073815779533}" srcOrd="2" destOrd="0" presId="urn:microsoft.com/office/officeart/2005/8/layout/vProcess5"/>
    <dgm:cxn modelId="{14258CDC-7527-4283-9EA3-622058510F66}" type="presParOf" srcId="{31BFD4EA-B4B5-42FF-B4EE-EC5F2F3427E1}" destId="{B4BA4AF6-1FC0-4884-B66D-5E1939EC6E3D}" srcOrd="3" destOrd="0" presId="urn:microsoft.com/office/officeart/2005/8/layout/vProcess5"/>
    <dgm:cxn modelId="{AC5752AC-A62A-47A2-8195-04A247156BF6}" type="presParOf" srcId="{31BFD4EA-B4B5-42FF-B4EE-EC5F2F3427E1}" destId="{34CA8387-B321-4281-BBBD-23993078CDC7}" srcOrd="4" destOrd="0" presId="urn:microsoft.com/office/officeart/2005/8/layout/vProcess5"/>
    <dgm:cxn modelId="{899C237E-9AAC-4885-8DBC-111EF1530BEB}" type="presParOf" srcId="{31BFD4EA-B4B5-42FF-B4EE-EC5F2F3427E1}" destId="{55DFA56B-9FED-40B0-8668-13A483FA7005}"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8159A6F-7497-4044-8A6B-C54E94AD72C7}" type="doc">
      <dgm:prSet loTypeId="urn:microsoft.com/office/officeart/2005/8/layout/vProcess5" loCatId="process" qsTypeId="urn:microsoft.com/office/officeart/2005/8/quickstyle/simple4" qsCatId="simple" csTypeId="urn:microsoft.com/office/officeart/2005/8/colors/accent2_2" csCatId="accent2" phldr="1"/>
      <dgm:spPr/>
      <dgm:t>
        <a:bodyPr/>
        <a:lstStyle/>
        <a:p>
          <a:endParaRPr lang="en-US"/>
        </a:p>
      </dgm:t>
    </dgm:pt>
    <dgm:pt modelId="{3494111C-9570-497A-9177-253578361333}">
      <dgm:prSet/>
      <dgm:spPr/>
      <dgm:t>
        <a:bodyPr/>
        <a:lstStyle/>
        <a:p>
          <a:r>
            <a:rPr lang="en-US" b="1" dirty="0"/>
            <a:t>Decision Trees</a:t>
          </a:r>
          <a:endParaRPr lang="en-US" dirty="0"/>
        </a:p>
      </dgm:t>
    </dgm:pt>
    <dgm:pt modelId="{6361E885-B6D6-4606-8021-6FC279F271B2}" type="parTrans" cxnId="{65E0E261-1568-464A-A42E-A9A4A8357E89}">
      <dgm:prSet/>
      <dgm:spPr/>
      <dgm:t>
        <a:bodyPr/>
        <a:lstStyle/>
        <a:p>
          <a:endParaRPr lang="en-US"/>
        </a:p>
      </dgm:t>
    </dgm:pt>
    <dgm:pt modelId="{2712FCC6-02A9-4C9F-9851-60AE459F52A4}" type="sibTrans" cxnId="{65E0E261-1568-464A-A42E-A9A4A8357E89}">
      <dgm:prSet/>
      <dgm:spPr/>
      <dgm:t>
        <a:bodyPr/>
        <a:lstStyle/>
        <a:p>
          <a:endParaRPr lang="en-US"/>
        </a:p>
      </dgm:t>
    </dgm:pt>
    <dgm:pt modelId="{E4B162C2-CA96-4A0D-AB7A-09C1E4E0D84B}">
      <dgm:prSet/>
      <dgm:spPr/>
      <dgm:t>
        <a:bodyPr/>
        <a:lstStyle/>
        <a:p>
          <a:r>
            <a:rPr lang="en-US" dirty="0"/>
            <a:t>Decision trees are an algorithm that makes a flowchart-like tree structure where the model tests the condition at every step. The following chart gives a clear pathway of decisions at every stage, and according to statistical approaches, the method is based on conditional control statements. </a:t>
          </a:r>
        </a:p>
      </dgm:t>
    </dgm:pt>
    <dgm:pt modelId="{F05EFDCA-59F7-4735-AED1-CF274EDA8F5A}" type="parTrans" cxnId="{9E1D7423-7ED3-4030-B591-E59370CBE1F8}">
      <dgm:prSet/>
      <dgm:spPr/>
      <dgm:t>
        <a:bodyPr/>
        <a:lstStyle/>
        <a:p>
          <a:endParaRPr lang="en-US"/>
        </a:p>
      </dgm:t>
    </dgm:pt>
    <dgm:pt modelId="{76518241-E44F-4EA1-90F3-B344485C8F38}" type="sibTrans" cxnId="{9E1D7423-7ED3-4030-B591-E59370CBE1F8}">
      <dgm:prSet/>
      <dgm:spPr/>
      <dgm:t>
        <a:bodyPr/>
        <a:lstStyle/>
        <a:p>
          <a:endParaRPr lang="en-US"/>
        </a:p>
      </dgm:t>
    </dgm:pt>
    <dgm:pt modelId="{31BFD4EA-B4B5-42FF-B4EE-EC5F2F3427E1}" type="pres">
      <dgm:prSet presAssocID="{D8159A6F-7497-4044-8A6B-C54E94AD72C7}" presName="outerComposite" presStyleCnt="0">
        <dgm:presLayoutVars>
          <dgm:chMax val="5"/>
          <dgm:dir/>
          <dgm:resizeHandles val="exact"/>
        </dgm:presLayoutVars>
      </dgm:prSet>
      <dgm:spPr/>
    </dgm:pt>
    <dgm:pt modelId="{A34B910D-2104-496F-8A77-41E6BCDC853E}" type="pres">
      <dgm:prSet presAssocID="{D8159A6F-7497-4044-8A6B-C54E94AD72C7}" presName="dummyMaxCanvas" presStyleCnt="0">
        <dgm:presLayoutVars/>
      </dgm:prSet>
      <dgm:spPr/>
    </dgm:pt>
    <dgm:pt modelId="{7661F923-D991-4CAC-A501-6D7102E28005}" type="pres">
      <dgm:prSet presAssocID="{D8159A6F-7497-4044-8A6B-C54E94AD72C7}" presName="TwoNodes_1" presStyleLbl="node1" presStyleIdx="0" presStyleCnt="2">
        <dgm:presLayoutVars>
          <dgm:bulletEnabled val="1"/>
        </dgm:presLayoutVars>
      </dgm:prSet>
      <dgm:spPr/>
    </dgm:pt>
    <dgm:pt modelId="{1EF28EDE-7C15-4098-99D5-073815779533}" type="pres">
      <dgm:prSet presAssocID="{D8159A6F-7497-4044-8A6B-C54E94AD72C7}" presName="TwoNodes_2" presStyleLbl="node1" presStyleIdx="1" presStyleCnt="2">
        <dgm:presLayoutVars>
          <dgm:bulletEnabled val="1"/>
        </dgm:presLayoutVars>
      </dgm:prSet>
      <dgm:spPr/>
    </dgm:pt>
    <dgm:pt modelId="{B4BA4AF6-1FC0-4884-B66D-5E1939EC6E3D}" type="pres">
      <dgm:prSet presAssocID="{D8159A6F-7497-4044-8A6B-C54E94AD72C7}" presName="TwoConn_1-2" presStyleLbl="fgAccFollowNode1" presStyleIdx="0" presStyleCnt="1">
        <dgm:presLayoutVars>
          <dgm:bulletEnabled val="1"/>
        </dgm:presLayoutVars>
      </dgm:prSet>
      <dgm:spPr/>
    </dgm:pt>
    <dgm:pt modelId="{34CA8387-B321-4281-BBBD-23993078CDC7}" type="pres">
      <dgm:prSet presAssocID="{D8159A6F-7497-4044-8A6B-C54E94AD72C7}" presName="TwoNodes_1_text" presStyleLbl="node1" presStyleIdx="1" presStyleCnt="2">
        <dgm:presLayoutVars>
          <dgm:bulletEnabled val="1"/>
        </dgm:presLayoutVars>
      </dgm:prSet>
      <dgm:spPr/>
    </dgm:pt>
    <dgm:pt modelId="{55DFA56B-9FED-40B0-8668-13A483FA7005}" type="pres">
      <dgm:prSet presAssocID="{D8159A6F-7497-4044-8A6B-C54E94AD72C7}" presName="TwoNodes_2_text" presStyleLbl="node1" presStyleIdx="1" presStyleCnt="2">
        <dgm:presLayoutVars>
          <dgm:bulletEnabled val="1"/>
        </dgm:presLayoutVars>
      </dgm:prSet>
      <dgm:spPr/>
    </dgm:pt>
  </dgm:ptLst>
  <dgm:cxnLst>
    <dgm:cxn modelId="{9E1D7423-7ED3-4030-B591-E59370CBE1F8}" srcId="{D8159A6F-7497-4044-8A6B-C54E94AD72C7}" destId="{E4B162C2-CA96-4A0D-AB7A-09C1E4E0D84B}" srcOrd="1" destOrd="0" parTransId="{F05EFDCA-59F7-4735-AED1-CF274EDA8F5A}" sibTransId="{76518241-E44F-4EA1-90F3-B344485C8F38}"/>
    <dgm:cxn modelId="{8087722E-D6A8-4841-92B1-2FBA7E0E08F5}" type="presOf" srcId="{D8159A6F-7497-4044-8A6B-C54E94AD72C7}" destId="{31BFD4EA-B4B5-42FF-B4EE-EC5F2F3427E1}" srcOrd="0" destOrd="0" presId="urn:microsoft.com/office/officeart/2005/8/layout/vProcess5"/>
    <dgm:cxn modelId="{53F9F835-7982-4658-82B7-66EB69C9E088}" type="presOf" srcId="{E4B162C2-CA96-4A0D-AB7A-09C1E4E0D84B}" destId="{55DFA56B-9FED-40B0-8668-13A483FA7005}" srcOrd="1" destOrd="0" presId="urn:microsoft.com/office/officeart/2005/8/layout/vProcess5"/>
    <dgm:cxn modelId="{CECF3C36-350C-4E2E-9805-1D836E059D7B}" type="presOf" srcId="{3494111C-9570-497A-9177-253578361333}" destId="{34CA8387-B321-4281-BBBD-23993078CDC7}" srcOrd="1" destOrd="0" presId="urn:microsoft.com/office/officeart/2005/8/layout/vProcess5"/>
    <dgm:cxn modelId="{F1D69A3A-2D85-40C0-A47F-35E780D116AF}" type="presOf" srcId="{2712FCC6-02A9-4C9F-9851-60AE459F52A4}" destId="{B4BA4AF6-1FC0-4884-B66D-5E1939EC6E3D}" srcOrd="0" destOrd="0" presId="urn:microsoft.com/office/officeart/2005/8/layout/vProcess5"/>
    <dgm:cxn modelId="{65E0E261-1568-464A-A42E-A9A4A8357E89}" srcId="{D8159A6F-7497-4044-8A6B-C54E94AD72C7}" destId="{3494111C-9570-497A-9177-253578361333}" srcOrd="0" destOrd="0" parTransId="{6361E885-B6D6-4606-8021-6FC279F271B2}" sibTransId="{2712FCC6-02A9-4C9F-9851-60AE459F52A4}"/>
    <dgm:cxn modelId="{7B5E579E-B870-4743-BA33-92FFF1B7E7D6}" type="presOf" srcId="{E4B162C2-CA96-4A0D-AB7A-09C1E4E0D84B}" destId="{1EF28EDE-7C15-4098-99D5-073815779533}" srcOrd="0" destOrd="0" presId="urn:microsoft.com/office/officeart/2005/8/layout/vProcess5"/>
    <dgm:cxn modelId="{778E38C8-B1FE-4F0A-9737-A34F8302A30C}" type="presOf" srcId="{3494111C-9570-497A-9177-253578361333}" destId="{7661F923-D991-4CAC-A501-6D7102E28005}" srcOrd="0" destOrd="0" presId="urn:microsoft.com/office/officeart/2005/8/layout/vProcess5"/>
    <dgm:cxn modelId="{3CE13937-02FC-45AB-A792-2FF2B560EEC6}" type="presParOf" srcId="{31BFD4EA-B4B5-42FF-B4EE-EC5F2F3427E1}" destId="{A34B910D-2104-496F-8A77-41E6BCDC853E}" srcOrd="0" destOrd="0" presId="urn:microsoft.com/office/officeart/2005/8/layout/vProcess5"/>
    <dgm:cxn modelId="{BD698541-17D1-4E85-9E15-03E5FAEE6E07}" type="presParOf" srcId="{31BFD4EA-B4B5-42FF-B4EE-EC5F2F3427E1}" destId="{7661F923-D991-4CAC-A501-6D7102E28005}" srcOrd="1" destOrd="0" presId="urn:microsoft.com/office/officeart/2005/8/layout/vProcess5"/>
    <dgm:cxn modelId="{1DC82F21-A7B8-450F-99F3-1568B8040BE5}" type="presParOf" srcId="{31BFD4EA-B4B5-42FF-B4EE-EC5F2F3427E1}" destId="{1EF28EDE-7C15-4098-99D5-073815779533}" srcOrd="2" destOrd="0" presId="urn:microsoft.com/office/officeart/2005/8/layout/vProcess5"/>
    <dgm:cxn modelId="{14258CDC-7527-4283-9EA3-622058510F66}" type="presParOf" srcId="{31BFD4EA-B4B5-42FF-B4EE-EC5F2F3427E1}" destId="{B4BA4AF6-1FC0-4884-B66D-5E1939EC6E3D}" srcOrd="3" destOrd="0" presId="urn:microsoft.com/office/officeart/2005/8/layout/vProcess5"/>
    <dgm:cxn modelId="{AC5752AC-A62A-47A2-8195-04A247156BF6}" type="presParOf" srcId="{31BFD4EA-B4B5-42FF-B4EE-EC5F2F3427E1}" destId="{34CA8387-B321-4281-BBBD-23993078CDC7}" srcOrd="4" destOrd="0" presId="urn:microsoft.com/office/officeart/2005/8/layout/vProcess5"/>
    <dgm:cxn modelId="{899C237E-9AAC-4885-8DBC-111EF1530BEB}" type="presParOf" srcId="{31BFD4EA-B4B5-42FF-B4EE-EC5F2F3427E1}" destId="{55DFA56B-9FED-40B0-8668-13A483FA7005}"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8159A6F-7497-4044-8A6B-C54E94AD72C7}" type="doc">
      <dgm:prSet loTypeId="urn:microsoft.com/office/officeart/2005/8/layout/vProcess5" loCatId="process" qsTypeId="urn:microsoft.com/office/officeart/2005/8/quickstyle/simple4" qsCatId="simple" csTypeId="urn:microsoft.com/office/officeart/2005/8/colors/accent2_2" csCatId="accent2" phldr="1"/>
      <dgm:spPr/>
      <dgm:t>
        <a:bodyPr/>
        <a:lstStyle/>
        <a:p>
          <a:endParaRPr lang="en-US"/>
        </a:p>
      </dgm:t>
    </dgm:pt>
    <dgm:pt modelId="{3494111C-9570-497A-9177-253578361333}">
      <dgm:prSet/>
      <dgm:spPr/>
      <dgm:t>
        <a:bodyPr/>
        <a:lstStyle/>
        <a:p>
          <a:r>
            <a:rPr lang="en-US" b="1" dirty="0"/>
            <a:t>Naïve Bayes</a:t>
          </a:r>
          <a:endParaRPr lang="en-US" dirty="0"/>
        </a:p>
      </dgm:t>
    </dgm:pt>
    <dgm:pt modelId="{6361E885-B6D6-4606-8021-6FC279F271B2}" type="parTrans" cxnId="{65E0E261-1568-464A-A42E-A9A4A8357E89}">
      <dgm:prSet/>
      <dgm:spPr/>
      <dgm:t>
        <a:bodyPr/>
        <a:lstStyle/>
        <a:p>
          <a:endParaRPr lang="en-US"/>
        </a:p>
      </dgm:t>
    </dgm:pt>
    <dgm:pt modelId="{2712FCC6-02A9-4C9F-9851-60AE459F52A4}" type="sibTrans" cxnId="{65E0E261-1568-464A-A42E-A9A4A8357E89}">
      <dgm:prSet/>
      <dgm:spPr/>
      <dgm:t>
        <a:bodyPr/>
        <a:lstStyle/>
        <a:p>
          <a:endParaRPr lang="en-US"/>
        </a:p>
      </dgm:t>
    </dgm:pt>
    <dgm:pt modelId="{E4B162C2-CA96-4A0D-AB7A-09C1E4E0D84B}">
      <dgm:prSet/>
      <dgm:spPr/>
      <dgm:t>
        <a:bodyPr/>
        <a:lstStyle/>
        <a:p>
          <a:r>
            <a:rPr lang="en-US" dirty="0"/>
            <a:t>Naïve Bayes is a probabilistic model that is based on the Bayes theorem. The given model is used to solve the classification problem and assumes that all the features are independent. The model is part of the generative modeling technique that understands the data distribution. The given model is known as the Naïve Bayes model because it assumes that the features are independent of one another, and as it is based on the Bayes Theorem, it Is known as the Bayes model. </a:t>
          </a:r>
        </a:p>
      </dgm:t>
    </dgm:pt>
    <dgm:pt modelId="{F05EFDCA-59F7-4735-AED1-CF274EDA8F5A}" type="parTrans" cxnId="{9E1D7423-7ED3-4030-B591-E59370CBE1F8}">
      <dgm:prSet/>
      <dgm:spPr/>
      <dgm:t>
        <a:bodyPr/>
        <a:lstStyle/>
        <a:p>
          <a:endParaRPr lang="en-US"/>
        </a:p>
      </dgm:t>
    </dgm:pt>
    <dgm:pt modelId="{76518241-E44F-4EA1-90F3-B344485C8F38}" type="sibTrans" cxnId="{9E1D7423-7ED3-4030-B591-E59370CBE1F8}">
      <dgm:prSet/>
      <dgm:spPr/>
      <dgm:t>
        <a:bodyPr/>
        <a:lstStyle/>
        <a:p>
          <a:endParaRPr lang="en-US"/>
        </a:p>
      </dgm:t>
    </dgm:pt>
    <dgm:pt modelId="{31BFD4EA-B4B5-42FF-B4EE-EC5F2F3427E1}" type="pres">
      <dgm:prSet presAssocID="{D8159A6F-7497-4044-8A6B-C54E94AD72C7}" presName="outerComposite" presStyleCnt="0">
        <dgm:presLayoutVars>
          <dgm:chMax val="5"/>
          <dgm:dir/>
          <dgm:resizeHandles val="exact"/>
        </dgm:presLayoutVars>
      </dgm:prSet>
      <dgm:spPr/>
    </dgm:pt>
    <dgm:pt modelId="{A34B910D-2104-496F-8A77-41E6BCDC853E}" type="pres">
      <dgm:prSet presAssocID="{D8159A6F-7497-4044-8A6B-C54E94AD72C7}" presName="dummyMaxCanvas" presStyleCnt="0">
        <dgm:presLayoutVars/>
      </dgm:prSet>
      <dgm:spPr/>
    </dgm:pt>
    <dgm:pt modelId="{7661F923-D991-4CAC-A501-6D7102E28005}" type="pres">
      <dgm:prSet presAssocID="{D8159A6F-7497-4044-8A6B-C54E94AD72C7}" presName="TwoNodes_1" presStyleLbl="node1" presStyleIdx="0" presStyleCnt="2">
        <dgm:presLayoutVars>
          <dgm:bulletEnabled val="1"/>
        </dgm:presLayoutVars>
      </dgm:prSet>
      <dgm:spPr/>
    </dgm:pt>
    <dgm:pt modelId="{1EF28EDE-7C15-4098-99D5-073815779533}" type="pres">
      <dgm:prSet presAssocID="{D8159A6F-7497-4044-8A6B-C54E94AD72C7}" presName="TwoNodes_2" presStyleLbl="node1" presStyleIdx="1" presStyleCnt="2">
        <dgm:presLayoutVars>
          <dgm:bulletEnabled val="1"/>
        </dgm:presLayoutVars>
      </dgm:prSet>
      <dgm:spPr/>
    </dgm:pt>
    <dgm:pt modelId="{B4BA4AF6-1FC0-4884-B66D-5E1939EC6E3D}" type="pres">
      <dgm:prSet presAssocID="{D8159A6F-7497-4044-8A6B-C54E94AD72C7}" presName="TwoConn_1-2" presStyleLbl="fgAccFollowNode1" presStyleIdx="0" presStyleCnt="1">
        <dgm:presLayoutVars>
          <dgm:bulletEnabled val="1"/>
        </dgm:presLayoutVars>
      </dgm:prSet>
      <dgm:spPr/>
    </dgm:pt>
    <dgm:pt modelId="{34CA8387-B321-4281-BBBD-23993078CDC7}" type="pres">
      <dgm:prSet presAssocID="{D8159A6F-7497-4044-8A6B-C54E94AD72C7}" presName="TwoNodes_1_text" presStyleLbl="node1" presStyleIdx="1" presStyleCnt="2">
        <dgm:presLayoutVars>
          <dgm:bulletEnabled val="1"/>
        </dgm:presLayoutVars>
      </dgm:prSet>
      <dgm:spPr/>
    </dgm:pt>
    <dgm:pt modelId="{55DFA56B-9FED-40B0-8668-13A483FA7005}" type="pres">
      <dgm:prSet presAssocID="{D8159A6F-7497-4044-8A6B-C54E94AD72C7}" presName="TwoNodes_2_text" presStyleLbl="node1" presStyleIdx="1" presStyleCnt="2">
        <dgm:presLayoutVars>
          <dgm:bulletEnabled val="1"/>
        </dgm:presLayoutVars>
      </dgm:prSet>
      <dgm:spPr/>
    </dgm:pt>
  </dgm:ptLst>
  <dgm:cxnLst>
    <dgm:cxn modelId="{9E1D7423-7ED3-4030-B591-E59370CBE1F8}" srcId="{D8159A6F-7497-4044-8A6B-C54E94AD72C7}" destId="{E4B162C2-CA96-4A0D-AB7A-09C1E4E0D84B}" srcOrd="1" destOrd="0" parTransId="{F05EFDCA-59F7-4735-AED1-CF274EDA8F5A}" sibTransId="{76518241-E44F-4EA1-90F3-B344485C8F38}"/>
    <dgm:cxn modelId="{8087722E-D6A8-4841-92B1-2FBA7E0E08F5}" type="presOf" srcId="{D8159A6F-7497-4044-8A6B-C54E94AD72C7}" destId="{31BFD4EA-B4B5-42FF-B4EE-EC5F2F3427E1}" srcOrd="0" destOrd="0" presId="urn:microsoft.com/office/officeart/2005/8/layout/vProcess5"/>
    <dgm:cxn modelId="{53F9F835-7982-4658-82B7-66EB69C9E088}" type="presOf" srcId="{E4B162C2-CA96-4A0D-AB7A-09C1E4E0D84B}" destId="{55DFA56B-9FED-40B0-8668-13A483FA7005}" srcOrd="1" destOrd="0" presId="urn:microsoft.com/office/officeart/2005/8/layout/vProcess5"/>
    <dgm:cxn modelId="{CECF3C36-350C-4E2E-9805-1D836E059D7B}" type="presOf" srcId="{3494111C-9570-497A-9177-253578361333}" destId="{34CA8387-B321-4281-BBBD-23993078CDC7}" srcOrd="1" destOrd="0" presId="urn:microsoft.com/office/officeart/2005/8/layout/vProcess5"/>
    <dgm:cxn modelId="{F1D69A3A-2D85-40C0-A47F-35E780D116AF}" type="presOf" srcId="{2712FCC6-02A9-4C9F-9851-60AE459F52A4}" destId="{B4BA4AF6-1FC0-4884-B66D-5E1939EC6E3D}" srcOrd="0" destOrd="0" presId="urn:microsoft.com/office/officeart/2005/8/layout/vProcess5"/>
    <dgm:cxn modelId="{65E0E261-1568-464A-A42E-A9A4A8357E89}" srcId="{D8159A6F-7497-4044-8A6B-C54E94AD72C7}" destId="{3494111C-9570-497A-9177-253578361333}" srcOrd="0" destOrd="0" parTransId="{6361E885-B6D6-4606-8021-6FC279F271B2}" sibTransId="{2712FCC6-02A9-4C9F-9851-60AE459F52A4}"/>
    <dgm:cxn modelId="{7B5E579E-B870-4743-BA33-92FFF1B7E7D6}" type="presOf" srcId="{E4B162C2-CA96-4A0D-AB7A-09C1E4E0D84B}" destId="{1EF28EDE-7C15-4098-99D5-073815779533}" srcOrd="0" destOrd="0" presId="urn:microsoft.com/office/officeart/2005/8/layout/vProcess5"/>
    <dgm:cxn modelId="{778E38C8-B1FE-4F0A-9737-A34F8302A30C}" type="presOf" srcId="{3494111C-9570-497A-9177-253578361333}" destId="{7661F923-D991-4CAC-A501-6D7102E28005}" srcOrd="0" destOrd="0" presId="urn:microsoft.com/office/officeart/2005/8/layout/vProcess5"/>
    <dgm:cxn modelId="{3CE13937-02FC-45AB-A792-2FF2B560EEC6}" type="presParOf" srcId="{31BFD4EA-B4B5-42FF-B4EE-EC5F2F3427E1}" destId="{A34B910D-2104-496F-8A77-41E6BCDC853E}" srcOrd="0" destOrd="0" presId="urn:microsoft.com/office/officeart/2005/8/layout/vProcess5"/>
    <dgm:cxn modelId="{BD698541-17D1-4E85-9E15-03E5FAEE6E07}" type="presParOf" srcId="{31BFD4EA-B4B5-42FF-B4EE-EC5F2F3427E1}" destId="{7661F923-D991-4CAC-A501-6D7102E28005}" srcOrd="1" destOrd="0" presId="urn:microsoft.com/office/officeart/2005/8/layout/vProcess5"/>
    <dgm:cxn modelId="{1DC82F21-A7B8-450F-99F3-1568B8040BE5}" type="presParOf" srcId="{31BFD4EA-B4B5-42FF-B4EE-EC5F2F3427E1}" destId="{1EF28EDE-7C15-4098-99D5-073815779533}" srcOrd="2" destOrd="0" presId="urn:microsoft.com/office/officeart/2005/8/layout/vProcess5"/>
    <dgm:cxn modelId="{14258CDC-7527-4283-9EA3-622058510F66}" type="presParOf" srcId="{31BFD4EA-B4B5-42FF-B4EE-EC5F2F3427E1}" destId="{B4BA4AF6-1FC0-4884-B66D-5E1939EC6E3D}" srcOrd="3" destOrd="0" presId="urn:microsoft.com/office/officeart/2005/8/layout/vProcess5"/>
    <dgm:cxn modelId="{AC5752AC-A62A-47A2-8195-04A247156BF6}" type="presParOf" srcId="{31BFD4EA-B4B5-42FF-B4EE-EC5F2F3427E1}" destId="{34CA8387-B321-4281-BBBD-23993078CDC7}" srcOrd="4" destOrd="0" presId="urn:microsoft.com/office/officeart/2005/8/layout/vProcess5"/>
    <dgm:cxn modelId="{899C237E-9AAC-4885-8DBC-111EF1530BEB}" type="presParOf" srcId="{31BFD4EA-B4B5-42FF-B4EE-EC5F2F3427E1}" destId="{55DFA56B-9FED-40B0-8668-13A483FA7005}"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CA3018D-5EE0-445A-B894-ADEA10976BA4}" type="doc">
      <dgm:prSet loTypeId="urn:microsoft.com/office/officeart/2005/8/layout/process4" loCatId="process" qsTypeId="urn:microsoft.com/office/officeart/2005/8/quickstyle/simple2" qsCatId="simple" csTypeId="urn:microsoft.com/office/officeart/2005/8/colors/accent2_2" csCatId="accent2"/>
      <dgm:spPr/>
      <dgm:t>
        <a:bodyPr/>
        <a:lstStyle/>
        <a:p>
          <a:endParaRPr lang="en-US"/>
        </a:p>
      </dgm:t>
    </dgm:pt>
    <dgm:pt modelId="{6D082FCB-E245-4273-B427-A8CAC6DB0357}">
      <dgm:prSet/>
      <dgm:spPr/>
      <dgm:t>
        <a:bodyPr/>
        <a:lstStyle/>
        <a:p>
          <a:r>
            <a:rPr lang="en-US"/>
            <a:t>The Naïve Bayes Model achieved state of the art accuracy and AUC scores on the given dataset with auc score of  94 and maximum accuracy of 98.3 with count-vectorizer.</a:t>
          </a:r>
        </a:p>
      </dgm:t>
    </dgm:pt>
    <dgm:pt modelId="{52743638-E5D5-44A4-8091-3AA999BD7893}" type="parTrans" cxnId="{BE95697C-F5F8-453A-B0C2-46C41E5E657A}">
      <dgm:prSet/>
      <dgm:spPr/>
      <dgm:t>
        <a:bodyPr/>
        <a:lstStyle/>
        <a:p>
          <a:endParaRPr lang="en-US"/>
        </a:p>
      </dgm:t>
    </dgm:pt>
    <dgm:pt modelId="{F5F13326-BF39-4806-895B-DF4954EF4D12}" type="sibTrans" cxnId="{BE95697C-F5F8-453A-B0C2-46C41E5E657A}">
      <dgm:prSet/>
      <dgm:spPr/>
      <dgm:t>
        <a:bodyPr/>
        <a:lstStyle/>
        <a:p>
          <a:endParaRPr lang="en-US"/>
        </a:p>
      </dgm:t>
    </dgm:pt>
    <dgm:pt modelId="{EE34AFFC-1DB7-4112-86DB-56B70732A18E}">
      <dgm:prSet/>
      <dgm:spPr/>
      <dgm:t>
        <a:bodyPr/>
        <a:lstStyle/>
        <a:p>
          <a:r>
            <a:rPr lang="en-US"/>
            <a:t>Research explores the detection of misleading SMS messages, which is in line with the growing worries about false information spreading across communication channels. The goal of the Research is to identify misleading information associated with certain keywords that are commonly used in SMS communication, such as "free," "get," and "mobile.“</a:t>
          </a:r>
        </a:p>
      </dgm:t>
    </dgm:pt>
    <dgm:pt modelId="{FE85E535-DFDF-4024-9A54-1C42F07C7D5D}" type="parTrans" cxnId="{CFFAA8D0-FE3C-4FD2-B707-5C972EAA183B}">
      <dgm:prSet/>
      <dgm:spPr/>
      <dgm:t>
        <a:bodyPr/>
        <a:lstStyle/>
        <a:p>
          <a:endParaRPr lang="en-US"/>
        </a:p>
      </dgm:t>
    </dgm:pt>
    <dgm:pt modelId="{5678900A-9080-4EE2-8161-583823DE29D7}" type="sibTrans" cxnId="{CFFAA8D0-FE3C-4FD2-B707-5C972EAA183B}">
      <dgm:prSet/>
      <dgm:spPr/>
      <dgm:t>
        <a:bodyPr/>
        <a:lstStyle/>
        <a:p>
          <a:endParaRPr lang="en-US"/>
        </a:p>
      </dgm:t>
    </dgm:pt>
    <dgm:pt modelId="{2C5386E5-7E09-42A0-874E-D120FF0C3B2D}">
      <dgm:prSet/>
      <dgm:spPr/>
      <dgm:t>
        <a:bodyPr/>
        <a:lstStyle/>
        <a:p>
          <a:r>
            <a:rPr lang="en-US"/>
            <a:t>In the future, efforts can concentrate on improving model accuracy, implementing scalable cloud-based solutions, and real-time analysis to help stop the dissemination of false information across communication channels."</a:t>
          </a:r>
        </a:p>
      </dgm:t>
    </dgm:pt>
    <dgm:pt modelId="{DA266E1C-4E64-4CAD-89D6-9AE1CEA1E199}" type="parTrans" cxnId="{593AD291-EB15-4AC7-AD9E-78C51622C26D}">
      <dgm:prSet/>
      <dgm:spPr/>
      <dgm:t>
        <a:bodyPr/>
        <a:lstStyle/>
        <a:p>
          <a:endParaRPr lang="en-US"/>
        </a:p>
      </dgm:t>
    </dgm:pt>
    <dgm:pt modelId="{B39BE142-F591-433A-B017-DCEBBBF56EF0}" type="sibTrans" cxnId="{593AD291-EB15-4AC7-AD9E-78C51622C26D}">
      <dgm:prSet/>
      <dgm:spPr/>
      <dgm:t>
        <a:bodyPr/>
        <a:lstStyle/>
        <a:p>
          <a:endParaRPr lang="en-US"/>
        </a:p>
      </dgm:t>
    </dgm:pt>
    <dgm:pt modelId="{9F477648-C180-4A69-9894-9FE5A43E1F06}" type="pres">
      <dgm:prSet presAssocID="{5CA3018D-5EE0-445A-B894-ADEA10976BA4}" presName="Name0" presStyleCnt="0">
        <dgm:presLayoutVars>
          <dgm:dir/>
          <dgm:animLvl val="lvl"/>
          <dgm:resizeHandles val="exact"/>
        </dgm:presLayoutVars>
      </dgm:prSet>
      <dgm:spPr/>
    </dgm:pt>
    <dgm:pt modelId="{EBC42487-28DE-4FD6-90FA-2268652C502F}" type="pres">
      <dgm:prSet presAssocID="{2C5386E5-7E09-42A0-874E-D120FF0C3B2D}" presName="boxAndChildren" presStyleCnt="0"/>
      <dgm:spPr/>
    </dgm:pt>
    <dgm:pt modelId="{C904E549-EF23-480A-95F8-253F47F81633}" type="pres">
      <dgm:prSet presAssocID="{2C5386E5-7E09-42A0-874E-D120FF0C3B2D}" presName="parentTextBox" presStyleLbl="node1" presStyleIdx="0" presStyleCnt="3"/>
      <dgm:spPr/>
    </dgm:pt>
    <dgm:pt modelId="{479366CE-0A99-462C-A51C-CD2674604938}" type="pres">
      <dgm:prSet presAssocID="{5678900A-9080-4EE2-8161-583823DE29D7}" presName="sp" presStyleCnt="0"/>
      <dgm:spPr/>
    </dgm:pt>
    <dgm:pt modelId="{8E87512D-DBEF-4FC1-A905-BE7352145658}" type="pres">
      <dgm:prSet presAssocID="{EE34AFFC-1DB7-4112-86DB-56B70732A18E}" presName="arrowAndChildren" presStyleCnt="0"/>
      <dgm:spPr/>
    </dgm:pt>
    <dgm:pt modelId="{1A538A6A-2DC1-4CDB-969C-EAA9A94A21A7}" type="pres">
      <dgm:prSet presAssocID="{EE34AFFC-1DB7-4112-86DB-56B70732A18E}" presName="parentTextArrow" presStyleLbl="node1" presStyleIdx="1" presStyleCnt="3"/>
      <dgm:spPr/>
    </dgm:pt>
    <dgm:pt modelId="{11CC36EC-A548-4131-9E2C-0CB7424E925B}" type="pres">
      <dgm:prSet presAssocID="{F5F13326-BF39-4806-895B-DF4954EF4D12}" presName="sp" presStyleCnt="0"/>
      <dgm:spPr/>
    </dgm:pt>
    <dgm:pt modelId="{BADA48D2-98CD-4136-BA42-429DA0A8303F}" type="pres">
      <dgm:prSet presAssocID="{6D082FCB-E245-4273-B427-A8CAC6DB0357}" presName="arrowAndChildren" presStyleCnt="0"/>
      <dgm:spPr/>
    </dgm:pt>
    <dgm:pt modelId="{543AF073-8C21-4E66-BC02-84AF10F56843}" type="pres">
      <dgm:prSet presAssocID="{6D082FCB-E245-4273-B427-A8CAC6DB0357}" presName="parentTextArrow" presStyleLbl="node1" presStyleIdx="2" presStyleCnt="3"/>
      <dgm:spPr/>
    </dgm:pt>
  </dgm:ptLst>
  <dgm:cxnLst>
    <dgm:cxn modelId="{B3923409-2CE4-487B-B743-375B7B601DFD}" type="presOf" srcId="{5CA3018D-5EE0-445A-B894-ADEA10976BA4}" destId="{9F477648-C180-4A69-9894-9FE5A43E1F06}" srcOrd="0" destOrd="0" presId="urn:microsoft.com/office/officeart/2005/8/layout/process4"/>
    <dgm:cxn modelId="{4971971C-E72F-4B96-9810-B031DB91922F}" type="presOf" srcId="{6D082FCB-E245-4273-B427-A8CAC6DB0357}" destId="{543AF073-8C21-4E66-BC02-84AF10F56843}" srcOrd="0" destOrd="0" presId="urn:microsoft.com/office/officeart/2005/8/layout/process4"/>
    <dgm:cxn modelId="{58E2DC50-241F-496F-B734-2A0E46F58E84}" type="presOf" srcId="{EE34AFFC-1DB7-4112-86DB-56B70732A18E}" destId="{1A538A6A-2DC1-4CDB-969C-EAA9A94A21A7}" srcOrd="0" destOrd="0" presId="urn:microsoft.com/office/officeart/2005/8/layout/process4"/>
    <dgm:cxn modelId="{BE95697C-F5F8-453A-B0C2-46C41E5E657A}" srcId="{5CA3018D-5EE0-445A-B894-ADEA10976BA4}" destId="{6D082FCB-E245-4273-B427-A8CAC6DB0357}" srcOrd="0" destOrd="0" parTransId="{52743638-E5D5-44A4-8091-3AA999BD7893}" sibTransId="{F5F13326-BF39-4806-895B-DF4954EF4D12}"/>
    <dgm:cxn modelId="{91347A7F-A233-48EA-9281-BA579DBC4660}" type="presOf" srcId="{2C5386E5-7E09-42A0-874E-D120FF0C3B2D}" destId="{C904E549-EF23-480A-95F8-253F47F81633}" srcOrd="0" destOrd="0" presId="urn:microsoft.com/office/officeart/2005/8/layout/process4"/>
    <dgm:cxn modelId="{593AD291-EB15-4AC7-AD9E-78C51622C26D}" srcId="{5CA3018D-5EE0-445A-B894-ADEA10976BA4}" destId="{2C5386E5-7E09-42A0-874E-D120FF0C3B2D}" srcOrd="2" destOrd="0" parTransId="{DA266E1C-4E64-4CAD-89D6-9AE1CEA1E199}" sibTransId="{B39BE142-F591-433A-B017-DCEBBBF56EF0}"/>
    <dgm:cxn modelId="{CFFAA8D0-FE3C-4FD2-B707-5C972EAA183B}" srcId="{5CA3018D-5EE0-445A-B894-ADEA10976BA4}" destId="{EE34AFFC-1DB7-4112-86DB-56B70732A18E}" srcOrd="1" destOrd="0" parTransId="{FE85E535-DFDF-4024-9A54-1C42F07C7D5D}" sibTransId="{5678900A-9080-4EE2-8161-583823DE29D7}"/>
    <dgm:cxn modelId="{03B83A4D-54D8-4DDB-ACCA-57C08464B29F}" type="presParOf" srcId="{9F477648-C180-4A69-9894-9FE5A43E1F06}" destId="{EBC42487-28DE-4FD6-90FA-2268652C502F}" srcOrd="0" destOrd="0" presId="urn:microsoft.com/office/officeart/2005/8/layout/process4"/>
    <dgm:cxn modelId="{F5295AAB-546F-4F2A-8FA0-1B3945548E79}" type="presParOf" srcId="{EBC42487-28DE-4FD6-90FA-2268652C502F}" destId="{C904E549-EF23-480A-95F8-253F47F81633}" srcOrd="0" destOrd="0" presId="urn:microsoft.com/office/officeart/2005/8/layout/process4"/>
    <dgm:cxn modelId="{30C2A2E0-B5C4-4F58-81C3-4CCC1298E7AC}" type="presParOf" srcId="{9F477648-C180-4A69-9894-9FE5A43E1F06}" destId="{479366CE-0A99-462C-A51C-CD2674604938}" srcOrd="1" destOrd="0" presId="urn:microsoft.com/office/officeart/2005/8/layout/process4"/>
    <dgm:cxn modelId="{A8FD0B5D-EE5A-4E92-B037-C7940E94C65E}" type="presParOf" srcId="{9F477648-C180-4A69-9894-9FE5A43E1F06}" destId="{8E87512D-DBEF-4FC1-A905-BE7352145658}" srcOrd="2" destOrd="0" presId="urn:microsoft.com/office/officeart/2005/8/layout/process4"/>
    <dgm:cxn modelId="{3BC85BEA-1E6C-4BA6-896E-DCCBEBECD472}" type="presParOf" srcId="{8E87512D-DBEF-4FC1-A905-BE7352145658}" destId="{1A538A6A-2DC1-4CDB-969C-EAA9A94A21A7}" srcOrd="0" destOrd="0" presId="urn:microsoft.com/office/officeart/2005/8/layout/process4"/>
    <dgm:cxn modelId="{3B8BEA4D-81B7-4EA0-B145-D1CCB609BDDF}" type="presParOf" srcId="{9F477648-C180-4A69-9894-9FE5A43E1F06}" destId="{11CC36EC-A548-4131-9E2C-0CB7424E925B}" srcOrd="3" destOrd="0" presId="urn:microsoft.com/office/officeart/2005/8/layout/process4"/>
    <dgm:cxn modelId="{70CD3D22-E31A-4FF5-B756-F4C66C945940}" type="presParOf" srcId="{9F477648-C180-4A69-9894-9FE5A43E1F06}" destId="{BADA48D2-98CD-4136-BA42-429DA0A8303F}" srcOrd="4" destOrd="0" presId="urn:microsoft.com/office/officeart/2005/8/layout/process4"/>
    <dgm:cxn modelId="{BDEA3EF2-39C6-4229-B1B7-427EB39894A9}" type="presParOf" srcId="{BADA48D2-98CD-4136-BA42-429DA0A8303F}" destId="{543AF073-8C21-4E66-BC02-84AF10F56843}"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87A495-3671-4C14-85AD-CDD42C173343}">
      <dsp:nvSpPr>
        <dsp:cNvPr id="0" name=""/>
        <dsp:cNvSpPr/>
      </dsp:nvSpPr>
      <dsp:spPr>
        <a:xfrm>
          <a:off x="0" y="1929"/>
          <a:ext cx="10515600" cy="9780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A42E70-D1D1-4892-8892-2448228FA38F}">
      <dsp:nvSpPr>
        <dsp:cNvPr id="0" name=""/>
        <dsp:cNvSpPr/>
      </dsp:nvSpPr>
      <dsp:spPr>
        <a:xfrm>
          <a:off x="295872" y="222000"/>
          <a:ext cx="537949" cy="5379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E1546B-43DD-44E6-9E2B-F3FBB0E10E43}">
      <dsp:nvSpPr>
        <dsp:cNvPr id="0" name=""/>
        <dsp:cNvSpPr/>
      </dsp:nvSpPr>
      <dsp:spPr>
        <a:xfrm>
          <a:off x="1129694" y="1929"/>
          <a:ext cx="9385905" cy="978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15" tIns="103515" rIns="103515" bIns="103515" numCol="1" spcCol="1270" anchor="ctr" anchorCtr="0">
          <a:noAutofit/>
        </a:bodyPr>
        <a:lstStyle/>
        <a:p>
          <a:pPr marL="0" lvl="0" indent="0" algn="l" defTabSz="977900">
            <a:lnSpc>
              <a:spcPct val="90000"/>
            </a:lnSpc>
            <a:spcBef>
              <a:spcPct val="0"/>
            </a:spcBef>
            <a:spcAft>
              <a:spcPct val="35000"/>
            </a:spcAft>
            <a:buNone/>
          </a:pPr>
          <a:r>
            <a:rPr lang="en-US" sz="2200" kern="1200"/>
            <a:t>Being the most Frequent source of communication, understand how Fake SMS are sent.</a:t>
          </a:r>
        </a:p>
      </dsp:txBody>
      <dsp:txXfrm>
        <a:off x="1129694" y="1929"/>
        <a:ext cx="9385905" cy="978090"/>
      </dsp:txXfrm>
    </dsp:sp>
    <dsp:sp modelId="{F38F27B0-A22F-484D-A475-26B4D04E9465}">
      <dsp:nvSpPr>
        <dsp:cNvPr id="0" name=""/>
        <dsp:cNvSpPr/>
      </dsp:nvSpPr>
      <dsp:spPr>
        <a:xfrm>
          <a:off x="0" y="1224542"/>
          <a:ext cx="10515600" cy="9780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C1616B-9D12-4DC6-9373-1F5D6515B24F}">
      <dsp:nvSpPr>
        <dsp:cNvPr id="0" name=""/>
        <dsp:cNvSpPr/>
      </dsp:nvSpPr>
      <dsp:spPr>
        <a:xfrm>
          <a:off x="295872" y="1444612"/>
          <a:ext cx="537949" cy="5379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47BE0B-C970-4D22-BFCA-368BF9966151}">
      <dsp:nvSpPr>
        <dsp:cNvPr id="0" name=""/>
        <dsp:cNvSpPr/>
      </dsp:nvSpPr>
      <dsp:spPr>
        <a:xfrm>
          <a:off x="1129694" y="1224542"/>
          <a:ext cx="9385905" cy="978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15" tIns="103515" rIns="103515" bIns="103515" numCol="1" spcCol="1270" anchor="ctr" anchorCtr="0">
          <a:noAutofit/>
        </a:bodyPr>
        <a:lstStyle/>
        <a:p>
          <a:pPr marL="0" lvl="0" indent="0" algn="l" defTabSz="977900">
            <a:lnSpc>
              <a:spcPct val="90000"/>
            </a:lnSpc>
            <a:spcBef>
              <a:spcPct val="0"/>
            </a:spcBef>
            <a:spcAft>
              <a:spcPct val="35000"/>
            </a:spcAft>
            <a:buNone/>
          </a:pPr>
          <a:r>
            <a:rPr lang="en-US" sz="2200" kern="1200"/>
            <a:t>Find a database of Fake SMS and understand the pattern.</a:t>
          </a:r>
        </a:p>
      </dsp:txBody>
      <dsp:txXfrm>
        <a:off x="1129694" y="1224542"/>
        <a:ext cx="9385905" cy="978090"/>
      </dsp:txXfrm>
    </dsp:sp>
    <dsp:sp modelId="{470E7D14-80C6-42CF-8FD7-5E96B9FE25BA}">
      <dsp:nvSpPr>
        <dsp:cNvPr id="0" name=""/>
        <dsp:cNvSpPr/>
      </dsp:nvSpPr>
      <dsp:spPr>
        <a:xfrm>
          <a:off x="0" y="2447155"/>
          <a:ext cx="10515600" cy="9780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50B11E-5014-4493-A85B-1CCD8ECC7289}">
      <dsp:nvSpPr>
        <dsp:cNvPr id="0" name=""/>
        <dsp:cNvSpPr/>
      </dsp:nvSpPr>
      <dsp:spPr>
        <a:xfrm>
          <a:off x="295872" y="2667225"/>
          <a:ext cx="537949" cy="5379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20784F-DAC1-4975-BA22-A592CAFF9395}">
      <dsp:nvSpPr>
        <dsp:cNvPr id="0" name=""/>
        <dsp:cNvSpPr/>
      </dsp:nvSpPr>
      <dsp:spPr>
        <a:xfrm>
          <a:off x="1129694" y="2447155"/>
          <a:ext cx="9385905" cy="978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15" tIns="103515" rIns="103515" bIns="103515" numCol="1" spcCol="1270" anchor="ctr" anchorCtr="0">
          <a:noAutofit/>
        </a:bodyPr>
        <a:lstStyle/>
        <a:p>
          <a:pPr marL="0" lvl="0" indent="0" algn="l" defTabSz="977900">
            <a:lnSpc>
              <a:spcPct val="90000"/>
            </a:lnSpc>
            <a:spcBef>
              <a:spcPct val="0"/>
            </a:spcBef>
            <a:spcAft>
              <a:spcPct val="35000"/>
            </a:spcAft>
            <a:buNone/>
          </a:pPr>
          <a:r>
            <a:rPr lang="en-US" sz="2200" kern="1200"/>
            <a:t>Use domain knowledge and Text analytics to find the pattern and identify Fake SMS</a:t>
          </a:r>
        </a:p>
      </dsp:txBody>
      <dsp:txXfrm>
        <a:off x="1129694" y="2447155"/>
        <a:ext cx="9385905" cy="978090"/>
      </dsp:txXfrm>
    </dsp:sp>
    <dsp:sp modelId="{E0A7C083-3AA1-4941-8505-C869D9FBFF77}">
      <dsp:nvSpPr>
        <dsp:cNvPr id="0" name=""/>
        <dsp:cNvSpPr/>
      </dsp:nvSpPr>
      <dsp:spPr>
        <a:xfrm>
          <a:off x="0" y="3669767"/>
          <a:ext cx="10515600" cy="9780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FC75F2-E5DC-446E-84CB-99F2629E0D2F}">
      <dsp:nvSpPr>
        <dsp:cNvPr id="0" name=""/>
        <dsp:cNvSpPr/>
      </dsp:nvSpPr>
      <dsp:spPr>
        <a:xfrm>
          <a:off x="295872" y="3889838"/>
          <a:ext cx="537949" cy="5379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1774D8-B70F-4787-8EC6-4071D5D49A16}">
      <dsp:nvSpPr>
        <dsp:cNvPr id="0" name=""/>
        <dsp:cNvSpPr/>
      </dsp:nvSpPr>
      <dsp:spPr>
        <a:xfrm>
          <a:off x="1129694" y="3669767"/>
          <a:ext cx="9385905" cy="978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15" tIns="103515" rIns="103515" bIns="103515" numCol="1" spcCol="1270" anchor="ctr" anchorCtr="0">
          <a:noAutofit/>
        </a:bodyPr>
        <a:lstStyle/>
        <a:p>
          <a:pPr marL="0" lvl="0" indent="0" algn="l" defTabSz="977900">
            <a:lnSpc>
              <a:spcPct val="90000"/>
            </a:lnSpc>
            <a:spcBef>
              <a:spcPct val="0"/>
            </a:spcBef>
            <a:spcAft>
              <a:spcPct val="35000"/>
            </a:spcAft>
            <a:buNone/>
          </a:pPr>
          <a:r>
            <a:rPr lang="en-US" sz="2200" kern="1200"/>
            <a:t>Train machine learning models to predict the Fake SMS in future.</a:t>
          </a:r>
        </a:p>
      </dsp:txBody>
      <dsp:txXfrm>
        <a:off x="1129694" y="3669767"/>
        <a:ext cx="9385905" cy="9780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DA5513-6456-4AF2-8CDC-0C160DBA1508}">
      <dsp:nvSpPr>
        <dsp:cNvPr id="0" name=""/>
        <dsp:cNvSpPr/>
      </dsp:nvSpPr>
      <dsp:spPr>
        <a:xfrm>
          <a:off x="0" y="319181"/>
          <a:ext cx="10580888" cy="7985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SMS is the leading go-to technology for most companies as it doesn't require any internet. </a:t>
          </a:r>
        </a:p>
      </dsp:txBody>
      <dsp:txXfrm>
        <a:off x="38981" y="358162"/>
        <a:ext cx="10502926" cy="720563"/>
      </dsp:txXfrm>
    </dsp:sp>
    <dsp:sp modelId="{B40552C1-E676-480A-B46D-79633427B01B}">
      <dsp:nvSpPr>
        <dsp:cNvPr id="0" name=""/>
        <dsp:cNvSpPr/>
      </dsp:nvSpPr>
      <dsp:spPr>
        <a:xfrm>
          <a:off x="0" y="1175306"/>
          <a:ext cx="10580888" cy="7985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One can send a weak link to someone's mobile number, and once clicked, the following can create a loss of information for these customers and lead to a data breach. </a:t>
          </a:r>
        </a:p>
      </dsp:txBody>
      <dsp:txXfrm>
        <a:off x="38981" y="1214287"/>
        <a:ext cx="10502926" cy="720563"/>
      </dsp:txXfrm>
    </dsp:sp>
    <dsp:sp modelId="{DCCB678F-7B4C-4DC2-AE30-E47B14BE29D9}">
      <dsp:nvSpPr>
        <dsp:cNvPr id="0" name=""/>
        <dsp:cNvSpPr/>
      </dsp:nvSpPr>
      <dsp:spPr>
        <a:xfrm>
          <a:off x="0" y="2031431"/>
          <a:ext cx="10580888" cy="7985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There is a need to examine these messages as Fake or not based on the content.</a:t>
          </a:r>
        </a:p>
      </dsp:txBody>
      <dsp:txXfrm>
        <a:off x="38981" y="2070412"/>
        <a:ext cx="10502926" cy="720563"/>
      </dsp:txXfrm>
    </dsp:sp>
    <dsp:sp modelId="{BB7D8B5A-FE13-4535-9F1B-754575133263}">
      <dsp:nvSpPr>
        <dsp:cNvPr id="0" name=""/>
        <dsp:cNvSpPr/>
      </dsp:nvSpPr>
      <dsp:spPr>
        <a:xfrm>
          <a:off x="0" y="2887556"/>
          <a:ext cx="10580888" cy="7985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The study uses machine learning algorithms to build a system that can classify the message as HAM or SPAM.</a:t>
          </a:r>
        </a:p>
      </dsp:txBody>
      <dsp:txXfrm>
        <a:off x="38981" y="2926537"/>
        <a:ext cx="10502926" cy="7205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E0CD1-744C-4DE7-BCAB-F4864B5BC158}">
      <dsp:nvSpPr>
        <dsp:cNvPr id="0" name=""/>
        <dsp:cNvSpPr/>
      </dsp:nvSpPr>
      <dsp:spPr>
        <a:xfrm>
          <a:off x="0" y="481302"/>
          <a:ext cx="10515600" cy="11772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100000"/>
            </a:lnSpc>
            <a:spcBef>
              <a:spcPct val="0"/>
            </a:spcBef>
            <a:spcAft>
              <a:spcPct val="35000"/>
            </a:spcAft>
            <a:buNone/>
          </a:pPr>
          <a:r>
            <a:rPr lang="en-US" sz="2700" kern="1200" dirty="0"/>
            <a:t>Fake SMS is a new problem that is arising in the digital world. </a:t>
          </a:r>
        </a:p>
      </dsp:txBody>
      <dsp:txXfrm>
        <a:off x="57467" y="538769"/>
        <a:ext cx="10400666" cy="1062287"/>
      </dsp:txXfrm>
    </dsp:sp>
    <dsp:sp modelId="{AE5C7557-FE77-4BEF-9758-A74EB5318ED8}">
      <dsp:nvSpPr>
        <dsp:cNvPr id="0" name=""/>
        <dsp:cNvSpPr/>
      </dsp:nvSpPr>
      <dsp:spPr>
        <a:xfrm>
          <a:off x="0" y="1736283"/>
          <a:ext cx="10515600" cy="11772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100000"/>
            </a:lnSpc>
            <a:spcBef>
              <a:spcPct val="0"/>
            </a:spcBef>
            <a:spcAft>
              <a:spcPct val="35000"/>
            </a:spcAft>
            <a:buNone/>
          </a:pPr>
          <a:r>
            <a:rPr lang="en-US" sz="2700" kern="1200" dirty="0"/>
            <a:t>The following is a short message with external links and other information that can leak personal data. </a:t>
          </a:r>
        </a:p>
      </dsp:txBody>
      <dsp:txXfrm>
        <a:off x="57467" y="1793750"/>
        <a:ext cx="10400666" cy="1062287"/>
      </dsp:txXfrm>
    </dsp:sp>
    <dsp:sp modelId="{065C303D-CF05-43AE-9A47-B05BEB076499}">
      <dsp:nvSpPr>
        <dsp:cNvPr id="0" name=""/>
        <dsp:cNvSpPr/>
      </dsp:nvSpPr>
      <dsp:spPr>
        <a:xfrm>
          <a:off x="0" y="2991264"/>
          <a:ext cx="10515600" cy="11772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100000"/>
            </a:lnSpc>
            <a:spcBef>
              <a:spcPct val="0"/>
            </a:spcBef>
            <a:spcAft>
              <a:spcPct val="35000"/>
            </a:spcAft>
            <a:buNone/>
          </a:pPr>
          <a:r>
            <a:rPr lang="en-US" sz="2700" kern="1200" dirty="0"/>
            <a:t>Informing of personal information and black-mailing are the primary things scammers do once the SMS takes control of personal data. </a:t>
          </a:r>
        </a:p>
      </dsp:txBody>
      <dsp:txXfrm>
        <a:off x="57467" y="3048731"/>
        <a:ext cx="10400666" cy="10622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F10BCF-E008-4377-A94E-39222275999B}">
      <dsp:nvSpPr>
        <dsp:cNvPr id="0" name=""/>
        <dsp:cNvSpPr/>
      </dsp:nvSpPr>
      <dsp:spPr>
        <a:xfrm>
          <a:off x="0" y="0"/>
          <a:ext cx="8993754" cy="12015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 The data used in the Research have multiple text messages taken from the UCI repository </a:t>
          </a:r>
        </a:p>
      </dsp:txBody>
      <dsp:txXfrm>
        <a:off x="35193" y="35193"/>
        <a:ext cx="7697157" cy="1131192"/>
      </dsp:txXfrm>
    </dsp:sp>
    <dsp:sp modelId="{19441CBF-45F3-4AAD-8042-63B76B2B5754}">
      <dsp:nvSpPr>
        <dsp:cNvPr id="0" name=""/>
        <dsp:cNvSpPr/>
      </dsp:nvSpPr>
      <dsp:spPr>
        <a:xfrm>
          <a:off x="793566" y="1401842"/>
          <a:ext cx="8993754" cy="12015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dataset is a mixture of manually extracted SMS; some are taken from the NUS SMS Corpus and other research works comprising 5572 SMS, all labelled.</a:t>
          </a:r>
        </a:p>
      </dsp:txBody>
      <dsp:txXfrm>
        <a:off x="828759" y="1437035"/>
        <a:ext cx="7348775" cy="1131192"/>
      </dsp:txXfrm>
    </dsp:sp>
    <dsp:sp modelId="{EBEE4312-2D6A-4D14-A1E2-D7459E4A2377}">
      <dsp:nvSpPr>
        <dsp:cNvPr id="0" name=""/>
        <dsp:cNvSpPr/>
      </dsp:nvSpPr>
      <dsp:spPr>
        <a:xfrm>
          <a:off x="1587133" y="2803684"/>
          <a:ext cx="8993754" cy="12015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1" kern="1200" baseline="0"/>
            <a:t>"Free entry in 2 a wkly comp to win FA Cup final tkts 21st May 2005. Text FA to 87121 to receive entry question(std txt rate)T&amp;C's apply 08452810075over18's”</a:t>
          </a:r>
          <a:r>
            <a:rPr lang="en-US" sz="2200" b="0" i="0" kern="1200" baseline="0"/>
            <a:t> </a:t>
          </a:r>
          <a:endParaRPr lang="en-US" sz="2200" kern="1200"/>
        </a:p>
      </dsp:txBody>
      <dsp:txXfrm>
        <a:off x="1622326" y="2838877"/>
        <a:ext cx="7348775" cy="1131192"/>
      </dsp:txXfrm>
    </dsp:sp>
    <dsp:sp modelId="{94759467-7F16-4F6A-9BBC-7619C5D3D4DA}">
      <dsp:nvSpPr>
        <dsp:cNvPr id="0" name=""/>
        <dsp:cNvSpPr/>
      </dsp:nvSpPr>
      <dsp:spPr>
        <a:xfrm>
          <a:off x="8212728" y="911197"/>
          <a:ext cx="781026" cy="78102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a:p>
      </dsp:txBody>
      <dsp:txXfrm>
        <a:off x="8388459" y="911197"/>
        <a:ext cx="429564" cy="587722"/>
      </dsp:txXfrm>
    </dsp:sp>
    <dsp:sp modelId="{0D2A294D-ABD6-4673-87E4-7FF155D86C7F}">
      <dsp:nvSpPr>
        <dsp:cNvPr id="0" name=""/>
        <dsp:cNvSpPr/>
      </dsp:nvSpPr>
      <dsp:spPr>
        <a:xfrm>
          <a:off x="9006295" y="2305028"/>
          <a:ext cx="781026" cy="78102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a:p>
      </dsp:txBody>
      <dsp:txXfrm>
        <a:off x="9182026" y="2305028"/>
        <a:ext cx="429564" cy="58772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E7CB23-F4DA-44EB-B65E-F7BC89880E15}">
      <dsp:nvSpPr>
        <dsp:cNvPr id="0" name=""/>
        <dsp:cNvSpPr/>
      </dsp:nvSpPr>
      <dsp:spPr>
        <a:xfrm>
          <a:off x="3099" y="1183093"/>
          <a:ext cx="2213306" cy="14054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4471DB43-1D89-40BE-94FB-9AE17BE14CF8}">
      <dsp:nvSpPr>
        <dsp:cNvPr id="0" name=""/>
        <dsp:cNvSpPr/>
      </dsp:nvSpPr>
      <dsp:spPr>
        <a:xfrm>
          <a:off x="249022" y="1416719"/>
          <a:ext cx="2213306" cy="140544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Case Standardization of the data.</a:t>
          </a:r>
        </a:p>
      </dsp:txBody>
      <dsp:txXfrm>
        <a:off x="290186" y="1457883"/>
        <a:ext cx="2130978" cy="1323121"/>
      </dsp:txXfrm>
    </dsp:sp>
    <dsp:sp modelId="{D4504545-7333-4BAB-9A5A-68DCFFF05874}">
      <dsp:nvSpPr>
        <dsp:cNvPr id="0" name=""/>
        <dsp:cNvSpPr/>
      </dsp:nvSpPr>
      <dsp:spPr>
        <a:xfrm>
          <a:off x="2708252" y="1183093"/>
          <a:ext cx="2213306" cy="14054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E332E754-7EBB-40A8-BFA7-2EFF02635E35}">
      <dsp:nvSpPr>
        <dsp:cNvPr id="0" name=""/>
        <dsp:cNvSpPr/>
      </dsp:nvSpPr>
      <dsp:spPr>
        <a:xfrm>
          <a:off x="2954175" y="1416719"/>
          <a:ext cx="2213306" cy="140544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Data cleaning via Regex</a:t>
          </a:r>
        </a:p>
      </dsp:txBody>
      <dsp:txXfrm>
        <a:off x="2995339" y="1457883"/>
        <a:ext cx="2130978" cy="1323121"/>
      </dsp:txXfrm>
    </dsp:sp>
    <dsp:sp modelId="{A38E05F1-6F45-4414-AA14-066A336969F9}">
      <dsp:nvSpPr>
        <dsp:cNvPr id="0" name=""/>
        <dsp:cNvSpPr/>
      </dsp:nvSpPr>
      <dsp:spPr>
        <a:xfrm>
          <a:off x="5413405" y="1183093"/>
          <a:ext cx="2213306" cy="14054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8560930D-E064-46A9-8C94-BF5CAEFE9F7B}">
      <dsp:nvSpPr>
        <dsp:cNvPr id="0" name=""/>
        <dsp:cNvSpPr/>
      </dsp:nvSpPr>
      <dsp:spPr>
        <a:xfrm>
          <a:off x="5659328" y="1416719"/>
          <a:ext cx="2213306" cy="140544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Removing all the Stop words</a:t>
          </a:r>
        </a:p>
      </dsp:txBody>
      <dsp:txXfrm>
        <a:off x="5700492" y="1457883"/>
        <a:ext cx="2130978" cy="1323121"/>
      </dsp:txXfrm>
    </dsp:sp>
    <dsp:sp modelId="{324A64E6-DDCC-487D-8E89-F90FD8A3AB27}">
      <dsp:nvSpPr>
        <dsp:cNvPr id="0" name=""/>
        <dsp:cNvSpPr/>
      </dsp:nvSpPr>
      <dsp:spPr>
        <a:xfrm>
          <a:off x="8118558" y="1183093"/>
          <a:ext cx="2213306" cy="14054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2BF577F2-1062-467C-9C2F-D7A2E776F940}">
      <dsp:nvSpPr>
        <dsp:cNvPr id="0" name=""/>
        <dsp:cNvSpPr/>
      </dsp:nvSpPr>
      <dsp:spPr>
        <a:xfrm>
          <a:off x="8364481" y="1416719"/>
          <a:ext cx="2213306" cy="140544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Lemmatization and Stemming to get the root word.</a:t>
          </a:r>
        </a:p>
      </dsp:txBody>
      <dsp:txXfrm>
        <a:off x="8405645" y="1457883"/>
        <a:ext cx="2130978" cy="132312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1944B2-A08A-46DD-9BB8-491A0B113759}">
      <dsp:nvSpPr>
        <dsp:cNvPr id="0" name=""/>
        <dsp:cNvSpPr/>
      </dsp:nvSpPr>
      <dsp:spPr>
        <a:xfrm>
          <a:off x="1291" y="323955"/>
          <a:ext cx="4533559" cy="287881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290D002F-F182-446A-A98B-0E593C89B317}">
      <dsp:nvSpPr>
        <dsp:cNvPr id="0" name=""/>
        <dsp:cNvSpPr/>
      </dsp:nvSpPr>
      <dsp:spPr>
        <a:xfrm>
          <a:off x="505020" y="802497"/>
          <a:ext cx="4533559" cy="287881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Term Frequency-Inverse Document Frequency (TF-IDF) and Count Vectorizer are popular feature extraction techniques in natural language processing (NLP) for text classification and Fake SMS detection. </a:t>
          </a:r>
        </a:p>
      </dsp:txBody>
      <dsp:txXfrm>
        <a:off x="589337" y="886814"/>
        <a:ext cx="4364925" cy="2710176"/>
      </dsp:txXfrm>
    </dsp:sp>
    <dsp:sp modelId="{4CF0DE21-C131-4466-957A-09F475A160A5}">
      <dsp:nvSpPr>
        <dsp:cNvPr id="0" name=""/>
        <dsp:cNvSpPr/>
      </dsp:nvSpPr>
      <dsp:spPr>
        <a:xfrm>
          <a:off x="5542308" y="323955"/>
          <a:ext cx="4533559" cy="287881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1DC8039B-B941-454A-93C4-93FEADE546B7}">
      <dsp:nvSpPr>
        <dsp:cNvPr id="0" name=""/>
        <dsp:cNvSpPr/>
      </dsp:nvSpPr>
      <dsp:spPr>
        <a:xfrm>
          <a:off x="6046037" y="802497"/>
          <a:ext cx="4533559" cy="287881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These techniques help identify the importance of words in a document and reduce the dimensionality of the data, capturing the most pertinent features.</a:t>
          </a:r>
        </a:p>
      </dsp:txBody>
      <dsp:txXfrm>
        <a:off x="6130354" y="886814"/>
        <a:ext cx="4364925" cy="271017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61F923-D991-4CAC-A501-6D7102E28005}">
      <dsp:nvSpPr>
        <dsp:cNvPr id="0" name=""/>
        <dsp:cNvSpPr/>
      </dsp:nvSpPr>
      <dsp:spPr>
        <a:xfrm>
          <a:off x="0" y="0"/>
          <a:ext cx="8938260" cy="209240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Logistic Regression</a:t>
          </a:r>
          <a:endParaRPr lang="en-US" sz="1800" kern="1200"/>
        </a:p>
      </dsp:txBody>
      <dsp:txXfrm>
        <a:off x="61284" y="61284"/>
        <a:ext cx="6775597" cy="1969836"/>
      </dsp:txXfrm>
    </dsp:sp>
    <dsp:sp modelId="{1EF28EDE-7C15-4098-99D5-073815779533}">
      <dsp:nvSpPr>
        <dsp:cNvPr id="0" name=""/>
        <dsp:cNvSpPr/>
      </dsp:nvSpPr>
      <dsp:spPr>
        <a:xfrm>
          <a:off x="1577339" y="2557383"/>
          <a:ext cx="8938260" cy="209240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Logistic regression was the first model built in the Research. The given model is the most basic model for classification. It is based on the sigmoid function and is the automation of a statistical approach. The given linear model is a particular case of predicting the probability, and for a given series of inputs, it provides an output class.</a:t>
          </a:r>
        </a:p>
      </dsp:txBody>
      <dsp:txXfrm>
        <a:off x="1638623" y="2618667"/>
        <a:ext cx="5878289" cy="1969836"/>
      </dsp:txXfrm>
    </dsp:sp>
    <dsp:sp modelId="{B4BA4AF6-1FC0-4884-B66D-5E1939EC6E3D}">
      <dsp:nvSpPr>
        <dsp:cNvPr id="0" name=""/>
        <dsp:cNvSpPr/>
      </dsp:nvSpPr>
      <dsp:spPr>
        <a:xfrm>
          <a:off x="7578197" y="1644862"/>
          <a:ext cx="1360062" cy="1360062"/>
        </a:xfrm>
        <a:prstGeom prst="downArrow">
          <a:avLst>
            <a:gd name="adj1" fmla="val 55000"/>
            <a:gd name="adj2" fmla="val 45000"/>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884211" y="1644862"/>
        <a:ext cx="748034" cy="102344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61F923-D991-4CAC-A501-6D7102E28005}">
      <dsp:nvSpPr>
        <dsp:cNvPr id="0" name=""/>
        <dsp:cNvSpPr/>
      </dsp:nvSpPr>
      <dsp:spPr>
        <a:xfrm>
          <a:off x="0" y="0"/>
          <a:ext cx="8938260" cy="209240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XgBoost</a:t>
          </a:r>
          <a:endParaRPr lang="en-US" sz="1800" kern="1200" dirty="0"/>
        </a:p>
      </dsp:txBody>
      <dsp:txXfrm>
        <a:off x="61284" y="61284"/>
        <a:ext cx="6775597" cy="1969836"/>
      </dsp:txXfrm>
    </dsp:sp>
    <dsp:sp modelId="{1EF28EDE-7C15-4098-99D5-073815779533}">
      <dsp:nvSpPr>
        <dsp:cNvPr id="0" name=""/>
        <dsp:cNvSpPr/>
      </dsp:nvSpPr>
      <dsp:spPr>
        <a:xfrm>
          <a:off x="1577339" y="2557383"/>
          <a:ext cx="8938260" cy="209240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XgBoost stands for Extreme Gradient Boosting algorithm that provides state-of-the-art scalable and distributed Gradient Boosting capability. The given model is designed to use the hardware of the system and software to a maximum extent. The base algorithms that work with Xgboost are Decision trees</a:t>
          </a:r>
        </a:p>
      </dsp:txBody>
      <dsp:txXfrm>
        <a:off x="1638623" y="2618667"/>
        <a:ext cx="5878289" cy="1969836"/>
      </dsp:txXfrm>
    </dsp:sp>
    <dsp:sp modelId="{B4BA4AF6-1FC0-4884-B66D-5E1939EC6E3D}">
      <dsp:nvSpPr>
        <dsp:cNvPr id="0" name=""/>
        <dsp:cNvSpPr/>
      </dsp:nvSpPr>
      <dsp:spPr>
        <a:xfrm>
          <a:off x="7578197" y="1644862"/>
          <a:ext cx="1360062" cy="1360062"/>
        </a:xfrm>
        <a:prstGeom prst="downArrow">
          <a:avLst>
            <a:gd name="adj1" fmla="val 55000"/>
            <a:gd name="adj2" fmla="val 45000"/>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884211" y="1644862"/>
        <a:ext cx="748034" cy="102344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61F923-D991-4CAC-A501-6D7102E28005}">
      <dsp:nvSpPr>
        <dsp:cNvPr id="0" name=""/>
        <dsp:cNvSpPr/>
      </dsp:nvSpPr>
      <dsp:spPr>
        <a:xfrm>
          <a:off x="0" y="0"/>
          <a:ext cx="8938260" cy="209240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Decision Trees</a:t>
          </a:r>
          <a:endParaRPr lang="en-US" sz="1900" kern="1200" dirty="0"/>
        </a:p>
      </dsp:txBody>
      <dsp:txXfrm>
        <a:off x="61284" y="61284"/>
        <a:ext cx="6775597" cy="1969836"/>
      </dsp:txXfrm>
    </dsp:sp>
    <dsp:sp modelId="{1EF28EDE-7C15-4098-99D5-073815779533}">
      <dsp:nvSpPr>
        <dsp:cNvPr id="0" name=""/>
        <dsp:cNvSpPr/>
      </dsp:nvSpPr>
      <dsp:spPr>
        <a:xfrm>
          <a:off x="1577339" y="2557383"/>
          <a:ext cx="8938260" cy="209240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Decision trees are an algorithm that makes a flowchart-like tree structure where the model tests the condition at every step. The following chart gives a clear pathway of decisions at every stage, and according to statistical approaches, the method is based on conditional control statements. </a:t>
          </a:r>
        </a:p>
      </dsp:txBody>
      <dsp:txXfrm>
        <a:off x="1638623" y="2618667"/>
        <a:ext cx="5878289" cy="1969836"/>
      </dsp:txXfrm>
    </dsp:sp>
    <dsp:sp modelId="{B4BA4AF6-1FC0-4884-B66D-5E1939EC6E3D}">
      <dsp:nvSpPr>
        <dsp:cNvPr id="0" name=""/>
        <dsp:cNvSpPr/>
      </dsp:nvSpPr>
      <dsp:spPr>
        <a:xfrm>
          <a:off x="7578197" y="1644862"/>
          <a:ext cx="1360062" cy="1360062"/>
        </a:xfrm>
        <a:prstGeom prst="downArrow">
          <a:avLst>
            <a:gd name="adj1" fmla="val 55000"/>
            <a:gd name="adj2" fmla="val 45000"/>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884211" y="1644862"/>
        <a:ext cx="748034" cy="102344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61F923-D991-4CAC-A501-6D7102E28005}">
      <dsp:nvSpPr>
        <dsp:cNvPr id="0" name=""/>
        <dsp:cNvSpPr/>
      </dsp:nvSpPr>
      <dsp:spPr>
        <a:xfrm>
          <a:off x="0" y="0"/>
          <a:ext cx="8938260" cy="209240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Naïve Bayes</a:t>
          </a:r>
          <a:endParaRPr lang="en-US" sz="1600" kern="1200" dirty="0"/>
        </a:p>
      </dsp:txBody>
      <dsp:txXfrm>
        <a:off x="61284" y="61284"/>
        <a:ext cx="6775597" cy="1969836"/>
      </dsp:txXfrm>
    </dsp:sp>
    <dsp:sp modelId="{1EF28EDE-7C15-4098-99D5-073815779533}">
      <dsp:nvSpPr>
        <dsp:cNvPr id="0" name=""/>
        <dsp:cNvSpPr/>
      </dsp:nvSpPr>
      <dsp:spPr>
        <a:xfrm>
          <a:off x="1577339" y="2557383"/>
          <a:ext cx="8938260" cy="209240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Naïve Bayes is a probabilistic model that is based on the Bayes theorem. The given model is used to solve the classification problem and assumes that all the features are independent. The model is part of the generative modeling technique that understands the data distribution. The given model is known as the Naïve Bayes model because it assumes that the features are independent of one another, and as it is based on the Bayes Theorem, it Is known as the Bayes model. </a:t>
          </a:r>
        </a:p>
      </dsp:txBody>
      <dsp:txXfrm>
        <a:off x="1638623" y="2618667"/>
        <a:ext cx="5878289" cy="1969836"/>
      </dsp:txXfrm>
    </dsp:sp>
    <dsp:sp modelId="{B4BA4AF6-1FC0-4884-B66D-5E1939EC6E3D}">
      <dsp:nvSpPr>
        <dsp:cNvPr id="0" name=""/>
        <dsp:cNvSpPr/>
      </dsp:nvSpPr>
      <dsp:spPr>
        <a:xfrm>
          <a:off x="7578197" y="1644862"/>
          <a:ext cx="1360062" cy="1360062"/>
        </a:xfrm>
        <a:prstGeom prst="downArrow">
          <a:avLst>
            <a:gd name="adj1" fmla="val 55000"/>
            <a:gd name="adj2" fmla="val 45000"/>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884211" y="1644862"/>
        <a:ext cx="748034" cy="102344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04E549-EF23-480A-95F8-253F47F81633}">
      <dsp:nvSpPr>
        <dsp:cNvPr id="0" name=""/>
        <dsp:cNvSpPr/>
      </dsp:nvSpPr>
      <dsp:spPr>
        <a:xfrm>
          <a:off x="0" y="3107915"/>
          <a:ext cx="6450013" cy="102008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In the future, efforts can concentrate on improving model accuracy, implementing scalable cloud-based solutions, and real-time analysis to help stop the dissemination of false information across communication channels."</a:t>
          </a:r>
        </a:p>
      </dsp:txBody>
      <dsp:txXfrm>
        <a:off x="0" y="3107915"/>
        <a:ext cx="6450013" cy="1020087"/>
      </dsp:txXfrm>
    </dsp:sp>
    <dsp:sp modelId="{1A538A6A-2DC1-4CDB-969C-EAA9A94A21A7}">
      <dsp:nvSpPr>
        <dsp:cNvPr id="0" name=""/>
        <dsp:cNvSpPr/>
      </dsp:nvSpPr>
      <dsp:spPr>
        <a:xfrm rot="10800000">
          <a:off x="0" y="1554322"/>
          <a:ext cx="6450013" cy="1568894"/>
        </a:xfrm>
        <a:prstGeom prst="upArrowCallou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Research explores the detection of misleading SMS messages, which is in line with the growing worries about false information spreading across communication channels. The goal of the Research is to identify misleading information associated with certain keywords that are commonly used in SMS communication, such as "free," "get," and "mobile.“</a:t>
          </a:r>
        </a:p>
      </dsp:txBody>
      <dsp:txXfrm rot="10800000">
        <a:off x="0" y="1554322"/>
        <a:ext cx="6450013" cy="1019420"/>
      </dsp:txXfrm>
    </dsp:sp>
    <dsp:sp modelId="{543AF073-8C21-4E66-BC02-84AF10F56843}">
      <dsp:nvSpPr>
        <dsp:cNvPr id="0" name=""/>
        <dsp:cNvSpPr/>
      </dsp:nvSpPr>
      <dsp:spPr>
        <a:xfrm rot="10800000">
          <a:off x="0" y="729"/>
          <a:ext cx="6450013" cy="1568894"/>
        </a:xfrm>
        <a:prstGeom prst="upArrowCallou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The Naïve Bayes Model achieved state of the art accuracy and AUC scores on the given dataset with auc score of  94 and maximum accuracy of 98.3 with count-vectorizer.</a:t>
          </a:r>
        </a:p>
      </dsp:txBody>
      <dsp:txXfrm rot="10800000">
        <a:off x="0" y="729"/>
        <a:ext cx="6450013" cy="10194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FCD50D-240B-4202-BA15-9436303309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0986A40-88CC-4CF8-A82C-0522A84173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B78CE2-C833-4BFB-B646-A41BF50DD3DE}" type="datetimeFigureOut">
              <a:rPr lang="en-US" smtClean="0"/>
              <a:t>1/8/2024</a:t>
            </a:fld>
            <a:endParaRPr lang="en-US" dirty="0"/>
          </a:p>
        </p:txBody>
      </p:sp>
      <p:sp>
        <p:nvSpPr>
          <p:cNvPr id="4" name="Footer Placeholder 3">
            <a:extLst>
              <a:ext uri="{FF2B5EF4-FFF2-40B4-BE49-F238E27FC236}">
                <a16:creationId xmlns:a16="http://schemas.microsoft.com/office/drawing/2014/main" id="{7021F718-5D0C-484C-9E94-4002D1F60A1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546DE25-1D25-4297-ACEE-43B0A6165A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06342-55CD-4F55-9921-27DD6E1BACC4}" type="slidenum">
              <a:rPr lang="en-US" smtClean="0"/>
              <a:t>‹#›</a:t>
            </a:fld>
            <a:endParaRPr lang="en-US" dirty="0"/>
          </a:p>
        </p:txBody>
      </p:sp>
    </p:spTree>
    <p:extLst>
      <p:ext uri="{BB962C8B-B14F-4D97-AF65-F5344CB8AC3E}">
        <p14:creationId xmlns:p14="http://schemas.microsoft.com/office/powerpoint/2010/main" val="11159513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5D0CA-A9EA-4786-92CB-50D9D9B29FEF}" type="datetimeFigureOut">
              <a:rPr lang="en-US" smtClean="0"/>
              <a:t>1/8/2024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C86772-94DE-41DD-845F-738AE05EE900}" type="slidenum">
              <a:rPr lang="en-US" smtClean="0"/>
              <a:t>‹#›</a:t>
            </a:fld>
            <a:endParaRPr lang="en-US" dirty="0"/>
          </a:p>
        </p:txBody>
      </p:sp>
    </p:spTree>
    <p:extLst>
      <p:ext uri="{BB962C8B-B14F-4D97-AF65-F5344CB8AC3E}">
        <p14:creationId xmlns:p14="http://schemas.microsoft.com/office/powerpoint/2010/main" val="391842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0BE5F371-5525-435D-A976-3813CDC7E2F7}"/>
              </a:ext>
            </a:extLst>
          </p:cNvPr>
          <p:cNvSpPr>
            <a:spLocks noGrp="1"/>
          </p:cNvSpPr>
          <p:nvPr>
            <p:ph type="pic" sz="quarter" idx="10" hasCustomPrompt="1"/>
          </p:nvPr>
        </p:nvSpPr>
        <p:spPr>
          <a:xfrm>
            <a:off x="0" y="0"/>
            <a:ext cx="12192000" cy="6858000"/>
          </a:xfrm>
          <a:prstGeom prst="rect">
            <a:avLst/>
          </a:prstGeom>
        </p:spPr>
        <p:txBody>
          <a:bodyPr/>
          <a:lstStyle>
            <a:lvl1pPr marL="0" indent="0" algn="ctr">
              <a:buNone/>
              <a:defRPr/>
            </a:lvl1pPr>
          </a:lstStyle>
          <a:p>
            <a:r>
              <a:rPr lang="en-US" dirty="0"/>
              <a:t>Click to add photo</a:t>
            </a:r>
          </a:p>
        </p:txBody>
      </p:sp>
      <p:sp>
        <p:nvSpPr>
          <p:cNvPr id="2" name="Title 1">
            <a:extLst>
              <a:ext uri="{FF2B5EF4-FFF2-40B4-BE49-F238E27FC236}">
                <a16:creationId xmlns:a16="http://schemas.microsoft.com/office/drawing/2014/main" id="{B8332B57-459F-4669-8A88-96A6A1E147B5}"/>
              </a:ext>
            </a:extLst>
          </p:cNvPr>
          <p:cNvSpPr>
            <a:spLocks noGrp="1"/>
          </p:cNvSpPr>
          <p:nvPr>
            <p:ph type="title" hasCustomPrompt="1"/>
          </p:nvPr>
        </p:nvSpPr>
        <p:spPr>
          <a:xfrm>
            <a:off x="6433925" y="0"/>
            <a:ext cx="5758075" cy="5391215"/>
          </a:xfrm>
          <a:prstGeom prst="rect">
            <a:avLst/>
          </a:prstGeom>
          <a:solidFill>
            <a:schemeClr val="accent6">
              <a:lumMod val="60000"/>
              <a:lumOff val="40000"/>
              <a:alpha val="5000"/>
            </a:schemeClr>
          </a:solidFill>
        </p:spPr>
        <p:txBody>
          <a:bodyPr tIns="5394960" anchor="b"/>
          <a:lstStyle>
            <a:lvl1pPr>
              <a:lnSpc>
                <a:spcPct val="80000"/>
              </a:lnSpc>
              <a:defRPr sz="6000" cap="all" spc="200" baseline="0">
                <a:solidFill>
                  <a:schemeClr val="bg1"/>
                </a:solidFill>
              </a:defRPr>
            </a:lvl1pPr>
          </a:lstStyle>
          <a:p>
            <a:r>
              <a:rPr lang="en-US" dirty="0"/>
              <a:t>Click to add title</a:t>
            </a:r>
          </a:p>
        </p:txBody>
      </p:sp>
      <p:sp>
        <p:nvSpPr>
          <p:cNvPr id="10" name="Text Placeholder 12">
            <a:extLst>
              <a:ext uri="{FF2B5EF4-FFF2-40B4-BE49-F238E27FC236}">
                <a16:creationId xmlns:a16="http://schemas.microsoft.com/office/drawing/2014/main" id="{F4472392-D2F6-424E-BA23-46AF83099FC5}"/>
              </a:ext>
            </a:extLst>
          </p:cNvPr>
          <p:cNvSpPr>
            <a:spLocks noGrp="1"/>
          </p:cNvSpPr>
          <p:nvPr>
            <p:ph type="body" sz="quarter" idx="15" hasCustomPrompt="1"/>
          </p:nvPr>
        </p:nvSpPr>
        <p:spPr>
          <a:xfrm>
            <a:off x="6433926" y="5391215"/>
            <a:ext cx="5758074" cy="1466785"/>
          </a:xfrm>
          <a:prstGeom prst="rect">
            <a:avLst/>
          </a:prstGeom>
          <a:solidFill>
            <a:schemeClr val="accent6">
              <a:lumMod val="60000"/>
              <a:lumOff val="40000"/>
              <a:alpha val="5000"/>
            </a:schemeClr>
          </a:solidFill>
        </p:spPr>
        <p:txBody>
          <a:bodyPr anchor="t"/>
          <a:lstStyle>
            <a:lvl1pPr marL="0" indent="0">
              <a:lnSpc>
                <a:spcPct val="100000"/>
              </a:lnSpc>
              <a:buNone/>
              <a:defRPr sz="2000" i="0" cap="none" spc="100" baseline="0">
                <a:solidFill>
                  <a:schemeClr val="bg1"/>
                </a:solidFill>
                <a:latin typeface="+mn-lt"/>
              </a:defRPr>
            </a:lvl1pPr>
          </a:lstStyle>
          <a:p>
            <a:pPr lvl="0"/>
            <a:r>
              <a:rPr lang="en-US" dirty="0"/>
              <a:t>Click to add text</a:t>
            </a:r>
          </a:p>
        </p:txBody>
      </p:sp>
      <p:pic>
        <p:nvPicPr>
          <p:cNvPr id="7" name="Graphic 6">
            <a:extLst>
              <a:ext uri="{FF2B5EF4-FFF2-40B4-BE49-F238E27FC236}">
                <a16:creationId xmlns:a16="http://schemas.microsoft.com/office/drawing/2014/main" id="{F49209FF-BA53-4DEA-823A-B6660FF169BA}"/>
              </a:ext>
              <a:ext uri="{C183D7F6-B498-43B3-948B-1728B52AA6E4}">
                <adec:decorative xmlns:adec="http://schemas.microsoft.com/office/drawing/2017/decorative" val="1"/>
              </a:ext>
            </a:extLst>
          </p:cNvPr>
          <p:cNvPicPr>
            <a:picLocks noChangeAspect="1"/>
          </p:cNvPicPr>
          <p:nvPr userDrawn="1"/>
        </p:nvPicPr>
        <p:blipFill>
          <a:blip r:embed="rId2">
            <a:alphaModFix amt="54000"/>
            <a:extLst>
              <a:ext uri="{96DAC541-7B7A-43D3-8B79-37D633B846F1}">
                <asvg:svgBlip xmlns:asvg="http://schemas.microsoft.com/office/drawing/2016/SVG/main" r:embed="rId3"/>
              </a:ext>
            </a:extLst>
          </a:blip>
          <a:stretch>
            <a:fillRect/>
          </a:stretch>
        </p:blipFill>
        <p:spPr>
          <a:xfrm>
            <a:off x="0" y="0"/>
            <a:ext cx="6434138" cy="6858000"/>
          </a:xfrm>
          <a:prstGeom prst="rect">
            <a:avLst/>
          </a:prstGeom>
        </p:spPr>
      </p:pic>
    </p:spTree>
    <p:extLst>
      <p:ext uri="{BB962C8B-B14F-4D97-AF65-F5344CB8AC3E}">
        <p14:creationId xmlns:p14="http://schemas.microsoft.com/office/powerpoint/2010/main" val="2243381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CBA8-B670-42D7-A41A-9EEF34539A81}"/>
              </a:ext>
            </a:extLst>
          </p:cNvPr>
          <p:cNvSpPr>
            <a:spLocks noGrp="1"/>
          </p:cNvSpPr>
          <p:nvPr>
            <p:ph type="title" hasCustomPrompt="1"/>
          </p:nvPr>
        </p:nvSpPr>
        <p:spPr>
          <a:xfrm>
            <a:off x="6559826" y="1209670"/>
            <a:ext cx="5135764" cy="495300"/>
          </a:xfrm>
          <a:prstGeom prst="rect">
            <a:avLst/>
          </a:prstGeom>
        </p:spPr>
        <p:txBody>
          <a:bodyPr/>
          <a:lstStyle>
            <a:lvl1pPr>
              <a:defRPr sz="3200" cap="all" spc="200" baseline="0">
                <a:solidFill>
                  <a:schemeClr val="bg1"/>
                </a:solidFill>
              </a:defRPr>
            </a:lvl1pPr>
          </a:lstStyle>
          <a:p>
            <a:r>
              <a:rPr lang="en-US" dirty="0"/>
              <a:t>Click to add title</a:t>
            </a:r>
          </a:p>
        </p:txBody>
      </p:sp>
      <p:sp>
        <p:nvSpPr>
          <p:cNvPr id="8" name="Picture Placeholder 7">
            <a:extLst>
              <a:ext uri="{FF2B5EF4-FFF2-40B4-BE49-F238E27FC236}">
                <a16:creationId xmlns:a16="http://schemas.microsoft.com/office/drawing/2014/main" id="{4D74CE58-DADF-49AA-ACA2-255E4E0CEFF3}"/>
              </a:ext>
            </a:extLst>
          </p:cNvPr>
          <p:cNvSpPr>
            <a:spLocks noGrp="1"/>
          </p:cNvSpPr>
          <p:nvPr>
            <p:ph type="pic" sz="quarter" idx="13" hasCustomPrompt="1"/>
          </p:nvPr>
        </p:nvSpPr>
        <p:spPr>
          <a:xfrm>
            <a:off x="0" y="0"/>
            <a:ext cx="6096000" cy="6858000"/>
          </a:xfrm>
          <a:prstGeom prst="rect">
            <a:avLst/>
          </a:prstGeom>
        </p:spPr>
        <p:txBody>
          <a:bodyPr/>
          <a:lstStyle>
            <a:lvl1pPr marL="0" indent="0" algn="ctr">
              <a:buNone/>
              <a:defRPr/>
            </a:lvl1pPr>
          </a:lstStyle>
          <a:p>
            <a:r>
              <a:rPr lang="en-US" dirty="0"/>
              <a:t>Click to add photo</a:t>
            </a:r>
          </a:p>
        </p:txBody>
      </p:sp>
      <p:sp>
        <p:nvSpPr>
          <p:cNvPr id="14" name="Text Placeholder 12">
            <a:extLst>
              <a:ext uri="{FF2B5EF4-FFF2-40B4-BE49-F238E27FC236}">
                <a16:creationId xmlns:a16="http://schemas.microsoft.com/office/drawing/2014/main" id="{908065E7-24BC-4E6E-B716-10D3EFBE36B5}"/>
              </a:ext>
            </a:extLst>
          </p:cNvPr>
          <p:cNvSpPr>
            <a:spLocks noGrp="1"/>
          </p:cNvSpPr>
          <p:nvPr>
            <p:ph type="body" sz="quarter" idx="15" hasCustomPrompt="1"/>
          </p:nvPr>
        </p:nvSpPr>
        <p:spPr>
          <a:xfrm>
            <a:off x="6559826" y="1789866"/>
            <a:ext cx="5135764" cy="3577259"/>
          </a:xfrm>
          <a:prstGeom prst="rect">
            <a:avLst/>
          </a:prstGeom>
        </p:spPr>
        <p:txBody>
          <a:bodyPr/>
          <a:lstStyle>
            <a:lvl1pPr marL="0" indent="0">
              <a:lnSpc>
                <a:spcPct val="125000"/>
              </a:lnSpc>
              <a:buNone/>
              <a:defRPr sz="1800" cap="none" spc="100" baseline="0">
                <a:solidFill>
                  <a:schemeClr val="bg1"/>
                </a:solidFill>
                <a:latin typeface="+mn-lt"/>
              </a:defRPr>
            </a:lvl1pPr>
          </a:lstStyle>
          <a:p>
            <a:pPr lvl="0"/>
            <a:r>
              <a:rPr lang="en-US" dirty="0"/>
              <a:t>Click to add text</a:t>
            </a:r>
          </a:p>
        </p:txBody>
      </p:sp>
      <p:sp>
        <p:nvSpPr>
          <p:cNvPr id="6" name="Slide Number Placeholder 5">
            <a:extLst>
              <a:ext uri="{FF2B5EF4-FFF2-40B4-BE49-F238E27FC236}">
                <a16:creationId xmlns:a16="http://schemas.microsoft.com/office/drawing/2014/main" id="{F66810BB-89E8-42E9-835D-08D37EEA1DB7}"/>
              </a:ext>
            </a:extLst>
          </p:cNvPr>
          <p:cNvSpPr>
            <a:spLocks noGrp="1"/>
          </p:cNvSpPr>
          <p:nvPr>
            <p:ph type="sldNum" sz="quarter" idx="12"/>
          </p:nvPr>
        </p:nvSpPr>
        <p:spPr/>
        <p:txBody>
          <a:bodyPr/>
          <a:lstStyle>
            <a:lvl1pPr>
              <a:defRPr>
                <a:solidFill>
                  <a:schemeClr val="bg1"/>
                </a:solidFill>
              </a:defRPr>
            </a:lvl1pPr>
          </a:lstStyle>
          <a:p>
            <a:fld id="{7A9E80BB-C0DF-4F1B-8821-E3FD53412EFF}" type="slidenum">
              <a:rPr lang="en-US" smtClean="0"/>
              <a:pPr/>
              <a:t>‹#›</a:t>
            </a:fld>
            <a:endParaRPr lang="en-US" dirty="0"/>
          </a:p>
        </p:txBody>
      </p:sp>
      <p:sp>
        <p:nvSpPr>
          <p:cNvPr id="5" name="Footer Placeholder 4">
            <a:extLst>
              <a:ext uri="{FF2B5EF4-FFF2-40B4-BE49-F238E27FC236}">
                <a16:creationId xmlns:a16="http://schemas.microsoft.com/office/drawing/2014/main" id="{1BA8AC4F-C5EE-4991-A325-A93AAFB46579}"/>
              </a:ext>
            </a:extLst>
          </p:cNvPr>
          <p:cNvSpPr>
            <a:spLocks noGrp="1"/>
          </p:cNvSpPr>
          <p:nvPr>
            <p:ph type="ftr" sz="quarter" idx="11"/>
          </p:nvPr>
        </p:nvSpPr>
        <p:spPr>
          <a:xfrm>
            <a:off x="6373368" y="6356350"/>
            <a:ext cx="2971800" cy="365125"/>
          </a:xfrm>
        </p:spPr>
        <p:txBody>
          <a:bodyPr/>
          <a:lstStyle>
            <a:lvl1pPr algn="l">
              <a:defRPr>
                <a:solidFill>
                  <a:schemeClr val="bg1"/>
                </a:solidFill>
              </a:defRPr>
            </a:lvl1pPr>
          </a:lstStyle>
          <a:p>
            <a:r>
              <a:rPr lang="en-US" dirty="0"/>
              <a:t>Presentation Title</a:t>
            </a:r>
          </a:p>
        </p:txBody>
      </p:sp>
      <p:sp>
        <p:nvSpPr>
          <p:cNvPr id="4" name="Date Placeholder 3">
            <a:extLst>
              <a:ext uri="{FF2B5EF4-FFF2-40B4-BE49-F238E27FC236}">
                <a16:creationId xmlns:a16="http://schemas.microsoft.com/office/drawing/2014/main" id="{8E67D8A0-22D0-4A0F-9295-1F6FA4AAC442}"/>
              </a:ext>
            </a:extLst>
          </p:cNvPr>
          <p:cNvSpPr>
            <a:spLocks noGrp="1"/>
          </p:cNvSpPr>
          <p:nvPr>
            <p:ph type="dt" sz="half" idx="10"/>
          </p:nvPr>
        </p:nvSpPr>
        <p:spPr>
          <a:xfrm>
            <a:off x="9939528" y="6356350"/>
            <a:ext cx="1756062" cy="365125"/>
          </a:xfrm>
        </p:spPr>
        <p:txBody>
          <a:bodyPr/>
          <a:lstStyle>
            <a:lvl1pPr>
              <a:defRPr>
                <a:solidFill>
                  <a:schemeClr val="bg1"/>
                </a:solidFill>
              </a:defRPr>
            </a:lvl1pPr>
          </a:lstStyle>
          <a:p>
            <a:r>
              <a:rPr lang="en-US"/>
              <a:t>20XX</a:t>
            </a:r>
            <a:endParaRPr lang="en-US" dirty="0"/>
          </a:p>
        </p:txBody>
      </p:sp>
    </p:spTree>
    <p:extLst>
      <p:ext uri="{BB962C8B-B14F-4D97-AF65-F5344CB8AC3E}">
        <p14:creationId xmlns:p14="http://schemas.microsoft.com/office/powerpoint/2010/main" val="91946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FB531-EB7A-4EBE-8F44-25261902B913}"/>
              </a:ext>
            </a:extLst>
          </p:cNvPr>
          <p:cNvSpPr>
            <a:spLocks noGrp="1"/>
          </p:cNvSpPr>
          <p:nvPr>
            <p:ph type="title" hasCustomPrompt="1"/>
          </p:nvPr>
        </p:nvSpPr>
        <p:spPr>
          <a:xfrm>
            <a:off x="1107463" y="986268"/>
            <a:ext cx="2893813" cy="1034385"/>
          </a:xfrm>
          <a:prstGeom prst="rect">
            <a:avLst/>
          </a:prstGeom>
        </p:spPr>
        <p:txBody>
          <a:bodyPr anchor="ctr"/>
          <a:lstStyle>
            <a:lvl1pPr algn="r">
              <a:defRPr sz="3200" cap="all" spc="200" baseline="0">
                <a:solidFill>
                  <a:schemeClr val="accent1"/>
                </a:solidFill>
              </a:defRPr>
            </a:lvl1pPr>
          </a:lstStyle>
          <a:p>
            <a:r>
              <a:rPr lang="en-US" dirty="0"/>
              <a:t>Click to add title</a:t>
            </a:r>
          </a:p>
        </p:txBody>
      </p:sp>
      <p:sp>
        <p:nvSpPr>
          <p:cNvPr id="9" name="Text Placeholder 12">
            <a:extLst>
              <a:ext uri="{FF2B5EF4-FFF2-40B4-BE49-F238E27FC236}">
                <a16:creationId xmlns:a16="http://schemas.microsoft.com/office/drawing/2014/main" id="{546163CD-B898-4FBF-A465-61F3E3E87054}"/>
              </a:ext>
            </a:extLst>
          </p:cNvPr>
          <p:cNvSpPr>
            <a:spLocks noGrp="1"/>
          </p:cNvSpPr>
          <p:nvPr>
            <p:ph type="body" sz="quarter" idx="15" hasCustomPrompt="1"/>
          </p:nvPr>
        </p:nvSpPr>
        <p:spPr>
          <a:xfrm>
            <a:off x="4541407" y="699461"/>
            <a:ext cx="6547507" cy="1552015"/>
          </a:xfrm>
          <a:prstGeom prst="rect">
            <a:avLst/>
          </a:prstGeom>
        </p:spPr>
        <p:txBody>
          <a:bodyPr anchor="ctr"/>
          <a:lstStyle>
            <a:lvl1pPr marL="0" indent="0">
              <a:lnSpc>
                <a:spcPct val="125000"/>
              </a:lnSpc>
              <a:buNone/>
              <a:defRPr sz="1600" cap="none" spc="100" baseline="0">
                <a:solidFill>
                  <a:schemeClr val="tx1"/>
                </a:solidFill>
                <a:latin typeface="+mn-lt"/>
              </a:defRPr>
            </a:lvl1pPr>
          </a:lstStyle>
          <a:p>
            <a:pPr lvl="0"/>
            <a:r>
              <a:rPr lang="en-US" dirty="0"/>
              <a:t>Click to add text</a:t>
            </a:r>
          </a:p>
        </p:txBody>
      </p:sp>
      <p:sp>
        <p:nvSpPr>
          <p:cNvPr id="7" name="Picture Placeholder 7">
            <a:extLst>
              <a:ext uri="{FF2B5EF4-FFF2-40B4-BE49-F238E27FC236}">
                <a16:creationId xmlns:a16="http://schemas.microsoft.com/office/drawing/2014/main" id="{E661CDF2-6D55-4CB0-89A5-D6E2B7AA8997}"/>
              </a:ext>
            </a:extLst>
          </p:cNvPr>
          <p:cNvSpPr>
            <a:spLocks noGrp="1"/>
          </p:cNvSpPr>
          <p:nvPr>
            <p:ph type="pic" sz="quarter" idx="13" hasCustomPrompt="1"/>
          </p:nvPr>
        </p:nvSpPr>
        <p:spPr>
          <a:xfrm>
            <a:off x="0" y="2993571"/>
            <a:ext cx="12192000" cy="3864429"/>
          </a:xfrm>
          <a:prstGeom prst="rect">
            <a:avLst/>
          </a:prstGeom>
        </p:spPr>
        <p:txBody>
          <a:bodyPr/>
          <a:lstStyle>
            <a:lvl1pPr marL="0" indent="0" algn="ctr">
              <a:buNone/>
              <a:defRPr/>
            </a:lvl1pPr>
          </a:lstStyle>
          <a:p>
            <a:r>
              <a:rPr lang="en-US" dirty="0"/>
              <a:t>Click to add photo</a:t>
            </a:r>
          </a:p>
        </p:txBody>
      </p:sp>
      <p:sp>
        <p:nvSpPr>
          <p:cNvPr id="6" name="Slide Number Placeholder 5">
            <a:extLst>
              <a:ext uri="{FF2B5EF4-FFF2-40B4-BE49-F238E27FC236}">
                <a16:creationId xmlns:a16="http://schemas.microsoft.com/office/drawing/2014/main" id="{32125E9E-378B-4941-AEA1-E4C3CD15110E}"/>
              </a:ext>
            </a:extLst>
          </p:cNvPr>
          <p:cNvSpPr>
            <a:spLocks noGrp="1"/>
          </p:cNvSpPr>
          <p:nvPr>
            <p:ph type="sldNum" sz="quarter" idx="12"/>
          </p:nvPr>
        </p:nvSpPr>
        <p:spPr>
          <a:xfrm>
            <a:off x="0" y="6356350"/>
            <a:ext cx="3497062" cy="501650"/>
          </a:xfrm>
          <a:solidFill>
            <a:schemeClr val="accent6">
              <a:alpha val="7000"/>
            </a:schemeClr>
          </a:solidFill>
        </p:spPr>
        <p:txBody>
          <a:bodyPr lIns="841248" bIns="137160"/>
          <a:lstStyle>
            <a:lvl1pPr>
              <a:defRPr>
                <a:solidFill>
                  <a:schemeClr val="bg1"/>
                </a:solidFill>
              </a:defRPr>
            </a:lvl1pPr>
          </a:lstStyle>
          <a:p>
            <a:fld id="{7A9E80BB-C0DF-4F1B-8821-E3FD53412EFF}" type="slidenum">
              <a:rPr lang="en-US" smtClean="0"/>
              <a:pPr/>
              <a:t>‹#›</a:t>
            </a:fld>
            <a:endParaRPr lang="en-US" dirty="0"/>
          </a:p>
        </p:txBody>
      </p:sp>
      <p:sp>
        <p:nvSpPr>
          <p:cNvPr id="5" name="Footer Placeholder 4">
            <a:extLst>
              <a:ext uri="{FF2B5EF4-FFF2-40B4-BE49-F238E27FC236}">
                <a16:creationId xmlns:a16="http://schemas.microsoft.com/office/drawing/2014/main" id="{7F02E291-B9AF-4251-9B9C-431263778138}"/>
              </a:ext>
            </a:extLst>
          </p:cNvPr>
          <p:cNvSpPr>
            <a:spLocks noGrp="1"/>
          </p:cNvSpPr>
          <p:nvPr>
            <p:ph type="ftr" sz="quarter" idx="11"/>
          </p:nvPr>
        </p:nvSpPr>
        <p:spPr>
          <a:xfrm>
            <a:off x="3497062" y="6356350"/>
            <a:ext cx="5197878" cy="501650"/>
          </a:xfrm>
          <a:solidFill>
            <a:schemeClr val="accent6">
              <a:alpha val="7000"/>
            </a:schemeClr>
          </a:solidFill>
        </p:spPr>
        <p:txBody>
          <a:bodyPr bIns="182880"/>
          <a:lstStyle>
            <a:lvl1pPr>
              <a:defRPr>
                <a:solidFill>
                  <a:schemeClr val="bg1"/>
                </a:solidFill>
              </a:defRPr>
            </a:lvl1pPr>
          </a:lstStyle>
          <a:p>
            <a:r>
              <a:rPr lang="en-US" dirty="0"/>
              <a:t>Presentation Title</a:t>
            </a:r>
          </a:p>
        </p:txBody>
      </p:sp>
      <p:sp>
        <p:nvSpPr>
          <p:cNvPr id="4" name="Date Placeholder 3">
            <a:extLst>
              <a:ext uri="{FF2B5EF4-FFF2-40B4-BE49-F238E27FC236}">
                <a16:creationId xmlns:a16="http://schemas.microsoft.com/office/drawing/2014/main" id="{E2657E80-C904-497A-A70B-BB9ADEB338C1}"/>
              </a:ext>
            </a:extLst>
          </p:cNvPr>
          <p:cNvSpPr>
            <a:spLocks noGrp="1"/>
          </p:cNvSpPr>
          <p:nvPr>
            <p:ph type="dt" sz="half" idx="10"/>
          </p:nvPr>
        </p:nvSpPr>
        <p:spPr>
          <a:xfrm>
            <a:off x="8694940" y="6356350"/>
            <a:ext cx="3497060" cy="501650"/>
          </a:xfrm>
          <a:solidFill>
            <a:schemeClr val="accent6">
              <a:alpha val="7000"/>
            </a:schemeClr>
          </a:solidFill>
        </p:spPr>
        <p:txBody>
          <a:bodyPr rIns="576072" bIns="182880"/>
          <a:lstStyle>
            <a:lvl1pPr>
              <a:defRPr>
                <a:solidFill>
                  <a:schemeClr val="bg1"/>
                </a:solidFill>
              </a:defRPr>
            </a:lvl1pPr>
          </a:lstStyle>
          <a:p>
            <a:r>
              <a:rPr lang="en-US"/>
              <a:t>20XX</a:t>
            </a:r>
            <a:endParaRPr lang="en-US" dirty="0"/>
          </a:p>
        </p:txBody>
      </p:sp>
    </p:spTree>
    <p:extLst>
      <p:ext uri="{BB962C8B-B14F-4D97-AF65-F5344CB8AC3E}">
        <p14:creationId xmlns:p14="http://schemas.microsoft.com/office/powerpoint/2010/main" val="3833183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imary Goals">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FA64E0E-E550-49C2-B38B-9C648C6A5BB6}"/>
              </a:ext>
            </a:extLst>
          </p:cNvPr>
          <p:cNvSpPr>
            <a:spLocks noGrp="1"/>
          </p:cNvSpPr>
          <p:nvPr>
            <p:ph type="pic" sz="quarter" idx="13" hasCustomPrompt="1"/>
          </p:nvPr>
        </p:nvSpPr>
        <p:spPr>
          <a:xfrm>
            <a:off x="0" y="0"/>
            <a:ext cx="12192000" cy="6858000"/>
          </a:xfrm>
          <a:prstGeom prst="rect">
            <a:avLst/>
          </a:prstGeom>
        </p:spPr>
        <p:txBody>
          <a:bodyPr/>
          <a:lstStyle>
            <a:lvl1pPr marL="0" indent="0" algn="ctr">
              <a:buNone/>
              <a:defRPr/>
            </a:lvl1pPr>
          </a:lstStyle>
          <a:p>
            <a:r>
              <a:rPr lang="en-US" dirty="0"/>
              <a:t>Click to add photo</a:t>
            </a:r>
          </a:p>
        </p:txBody>
      </p:sp>
      <p:sp>
        <p:nvSpPr>
          <p:cNvPr id="2" name="Title 1">
            <a:extLst>
              <a:ext uri="{FF2B5EF4-FFF2-40B4-BE49-F238E27FC236}">
                <a16:creationId xmlns:a16="http://schemas.microsoft.com/office/drawing/2014/main" id="{578B791D-4947-41E3-B728-76AB29D7C5A8}"/>
              </a:ext>
            </a:extLst>
          </p:cNvPr>
          <p:cNvSpPr>
            <a:spLocks noGrp="1"/>
          </p:cNvSpPr>
          <p:nvPr>
            <p:ph type="title" hasCustomPrompt="1"/>
          </p:nvPr>
        </p:nvSpPr>
        <p:spPr>
          <a:xfrm>
            <a:off x="8171176" y="0"/>
            <a:ext cx="4020824" cy="2300397"/>
          </a:xfrm>
          <a:prstGeom prst="rect">
            <a:avLst/>
          </a:prstGeom>
          <a:solidFill>
            <a:schemeClr val="accent6">
              <a:lumMod val="60000"/>
              <a:lumOff val="40000"/>
              <a:alpha val="5000"/>
            </a:schemeClr>
          </a:solidFill>
        </p:spPr>
        <p:txBody>
          <a:bodyPr rIns="822960" anchor="b"/>
          <a:lstStyle>
            <a:lvl1pPr>
              <a:lnSpc>
                <a:spcPct val="80000"/>
              </a:lnSpc>
              <a:defRPr sz="4800" cap="all" spc="200" baseline="0">
                <a:solidFill>
                  <a:schemeClr val="accent2"/>
                </a:solidFill>
              </a:defRPr>
            </a:lvl1pPr>
          </a:lstStyle>
          <a:p>
            <a:r>
              <a:rPr lang="en-US" dirty="0"/>
              <a:t>Click to add title</a:t>
            </a:r>
          </a:p>
        </p:txBody>
      </p:sp>
      <p:sp>
        <p:nvSpPr>
          <p:cNvPr id="10" name="Text Placeholder 12">
            <a:extLst>
              <a:ext uri="{FF2B5EF4-FFF2-40B4-BE49-F238E27FC236}">
                <a16:creationId xmlns:a16="http://schemas.microsoft.com/office/drawing/2014/main" id="{3B94FF5B-17D8-4363-BD43-E7FFC770F6AD}"/>
              </a:ext>
            </a:extLst>
          </p:cNvPr>
          <p:cNvSpPr>
            <a:spLocks noGrp="1"/>
          </p:cNvSpPr>
          <p:nvPr>
            <p:ph type="body" sz="quarter" idx="15" hasCustomPrompt="1"/>
          </p:nvPr>
        </p:nvSpPr>
        <p:spPr>
          <a:xfrm>
            <a:off x="8171176" y="2300396"/>
            <a:ext cx="4020824" cy="4557603"/>
          </a:xfrm>
          <a:prstGeom prst="rect">
            <a:avLst/>
          </a:prstGeom>
          <a:solidFill>
            <a:schemeClr val="accent6">
              <a:lumMod val="60000"/>
              <a:lumOff val="40000"/>
              <a:alpha val="5000"/>
            </a:schemeClr>
          </a:solidFill>
        </p:spPr>
        <p:txBody>
          <a:bodyPr tIns="0" anchor="t"/>
          <a:lstStyle>
            <a:lvl1pPr marL="0" indent="0">
              <a:lnSpc>
                <a:spcPct val="100000"/>
              </a:lnSpc>
              <a:buNone/>
              <a:defRPr sz="2000" i="0" cap="none" spc="100" baseline="0">
                <a:solidFill>
                  <a:schemeClr val="bg1"/>
                </a:solidFill>
                <a:latin typeface="+mn-lt"/>
              </a:defRPr>
            </a:lvl1pPr>
          </a:lstStyle>
          <a:p>
            <a:pPr lvl="0"/>
            <a:r>
              <a:rPr lang="en-US" dirty="0"/>
              <a:t>Click to add text</a:t>
            </a:r>
          </a:p>
        </p:txBody>
      </p:sp>
    </p:spTree>
    <p:extLst>
      <p:ext uri="{BB962C8B-B14F-4D97-AF65-F5344CB8AC3E}">
        <p14:creationId xmlns:p14="http://schemas.microsoft.com/office/powerpoint/2010/main" val="484090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rterly Performance">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C985EDE1-FE1A-4043-AB3E-E13190B7877B}"/>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tretch>
            <a:fillRect/>
          </a:stretch>
        </p:blipFill>
        <p:spPr>
          <a:xfrm>
            <a:off x="-1" y="1503644"/>
            <a:ext cx="12192001" cy="5364865"/>
          </a:xfrm>
          <a:prstGeom prst="rect">
            <a:avLst/>
          </a:prstGeom>
        </p:spPr>
      </p:pic>
      <p:sp>
        <p:nvSpPr>
          <p:cNvPr id="4" name="Title 3">
            <a:extLst>
              <a:ext uri="{FF2B5EF4-FFF2-40B4-BE49-F238E27FC236}">
                <a16:creationId xmlns:a16="http://schemas.microsoft.com/office/drawing/2014/main" id="{CF8FCAF0-1279-48CD-BFE0-EFED8A6779B5}"/>
              </a:ext>
            </a:extLst>
          </p:cNvPr>
          <p:cNvSpPr>
            <a:spLocks noGrp="1"/>
          </p:cNvSpPr>
          <p:nvPr>
            <p:ph type="title" hasCustomPrompt="1"/>
          </p:nvPr>
        </p:nvSpPr>
        <p:spPr>
          <a:xfrm>
            <a:off x="735562" y="522081"/>
            <a:ext cx="10515600" cy="495300"/>
          </a:xfrm>
          <a:prstGeom prst="rect">
            <a:avLst/>
          </a:prstGeom>
        </p:spPr>
        <p:txBody>
          <a:bodyPr anchor="ctr"/>
          <a:lstStyle>
            <a:lvl1pPr>
              <a:defRPr sz="3200" cap="all" spc="200" baseline="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74EAAD25-9222-493C-B78E-39CBE372C976}"/>
              </a:ext>
            </a:extLst>
          </p:cNvPr>
          <p:cNvSpPr>
            <a:spLocks noGrp="1"/>
          </p:cNvSpPr>
          <p:nvPr>
            <p:ph sz="quarter" idx="15" hasCustomPrompt="1"/>
          </p:nvPr>
        </p:nvSpPr>
        <p:spPr>
          <a:xfrm>
            <a:off x="753862" y="2025650"/>
            <a:ext cx="10580888" cy="4005263"/>
          </a:xfrm>
          <a:prstGeom prst="rect">
            <a:avLst/>
          </a:prstGeom>
        </p:spPr>
        <p:txBody>
          <a:bodyPr/>
          <a:lstStyle>
            <a:lvl1pPr marL="0" indent="0">
              <a:buNone/>
              <a:defRPr sz="2000"/>
            </a:lvl1pPr>
          </a:lstStyle>
          <a:p>
            <a:pPr lvl="0"/>
            <a:r>
              <a:rPr lang="en-US" dirty="0"/>
              <a:t>Click to add content</a:t>
            </a:r>
          </a:p>
        </p:txBody>
      </p:sp>
      <p:sp>
        <p:nvSpPr>
          <p:cNvPr id="9" name="Slide Number Placeholder 8">
            <a:extLst>
              <a:ext uri="{FF2B5EF4-FFF2-40B4-BE49-F238E27FC236}">
                <a16:creationId xmlns:a16="http://schemas.microsoft.com/office/drawing/2014/main" id="{2FBDEB8E-59E0-4561-A350-0EDC248A14AB}"/>
              </a:ext>
            </a:extLst>
          </p:cNvPr>
          <p:cNvSpPr>
            <a:spLocks noGrp="1"/>
          </p:cNvSpPr>
          <p:nvPr>
            <p:ph type="sldNum" sz="quarter" idx="12"/>
          </p:nvPr>
        </p:nvSpPr>
        <p:spPr/>
        <p:txBody>
          <a:bodyPr/>
          <a:lstStyle>
            <a:lvl1pPr>
              <a:defRPr>
                <a:solidFill>
                  <a:schemeClr val="bg1"/>
                </a:solidFill>
              </a:defRPr>
            </a:lvl1pPr>
          </a:lstStyle>
          <a:p>
            <a:fld id="{7A9E80BB-C0DF-4F1B-8821-E3FD53412EFF}" type="slidenum">
              <a:rPr lang="en-US" smtClean="0"/>
              <a:pPr/>
              <a:t>‹#›</a:t>
            </a:fld>
            <a:endParaRPr lang="en-US" dirty="0"/>
          </a:p>
        </p:txBody>
      </p:sp>
      <p:sp>
        <p:nvSpPr>
          <p:cNvPr id="8" name="Footer Placeholder 7">
            <a:extLst>
              <a:ext uri="{FF2B5EF4-FFF2-40B4-BE49-F238E27FC236}">
                <a16:creationId xmlns:a16="http://schemas.microsoft.com/office/drawing/2014/main" id="{9A9F8B16-6E70-48F1-ABCB-F2148C86D8E0}"/>
              </a:ext>
            </a:extLst>
          </p:cNvPr>
          <p:cNvSpPr>
            <a:spLocks noGrp="1"/>
          </p:cNvSpPr>
          <p:nvPr>
            <p:ph type="ftr" sz="quarter" idx="11"/>
          </p:nvPr>
        </p:nvSpPr>
        <p:spPr/>
        <p:txBody>
          <a:bodyPr/>
          <a:lstStyle>
            <a:lvl1pPr>
              <a:defRPr>
                <a:solidFill>
                  <a:schemeClr val="bg1"/>
                </a:solidFill>
              </a:defRPr>
            </a:lvl1pPr>
          </a:lstStyle>
          <a:p>
            <a:r>
              <a:rPr lang="en-US" dirty="0"/>
              <a:t>Presentation Title</a:t>
            </a:r>
          </a:p>
        </p:txBody>
      </p:sp>
      <p:sp>
        <p:nvSpPr>
          <p:cNvPr id="7" name="Date Placeholder 6">
            <a:extLst>
              <a:ext uri="{FF2B5EF4-FFF2-40B4-BE49-F238E27FC236}">
                <a16:creationId xmlns:a16="http://schemas.microsoft.com/office/drawing/2014/main" id="{4BEE72C9-BAB9-4BA3-B9CD-76AF01FEE23F}"/>
              </a:ext>
            </a:extLst>
          </p:cNvPr>
          <p:cNvSpPr>
            <a:spLocks noGrp="1"/>
          </p:cNvSpPr>
          <p:nvPr>
            <p:ph type="dt" sz="half" idx="10"/>
          </p:nvPr>
        </p:nvSpPr>
        <p:spPr/>
        <p:txBody>
          <a:bodyPr/>
          <a:lstStyle>
            <a:lvl1pPr>
              <a:defRPr>
                <a:solidFill>
                  <a:schemeClr val="bg1"/>
                </a:solidFill>
              </a:defRPr>
            </a:lvl1pPr>
          </a:lstStyle>
          <a:p>
            <a:r>
              <a:rPr lang="en-US"/>
              <a:t>20XX</a:t>
            </a:r>
            <a:endParaRPr lang="en-US" dirty="0"/>
          </a:p>
        </p:txBody>
      </p:sp>
    </p:spTree>
    <p:extLst>
      <p:ext uri="{BB962C8B-B14F-4D97-AF65-F5344CB8AC3E}">
        <p14:creationId xmlns:p14="http://schemas.microsoft.com/office/powerpoint/2010/main" val="1326018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reas of Growth">
    <p:bg>
      <p:bgPr>
        <a:solidFill>
          <a:schemeClr val="accent6"/>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13D239-DB55-46D9-B88F-C809680A292B}"/>
              </a:ext>
              <a:ext uri="{C183D7F6-B498-43B3-948B-1728B52AA6E4}">
                <adec:decorative xmlns:adec="http://schemas.microsoft.com/office/drawing/2017/decorative" val="1"/>
              </a:ext>
            </a:extLst>
          </p:cNvPr>
          <p:cNvSpPr/>
          <p:nvPr userDrawn="1"/>
        </p:nvSpPr>
        <p:spPr>
          <a:xfrm>
            <a:off x="0" y="0"/>
            <a:ext cx="8153398"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12">
            <a:extLst>
              <a:ext uri="{FF2B5EF4-FFF2-40B4-BE49-F238E27FC236}">
                <a16:creationId xmlns:a16="http://schemas.microsoft.com/office/drawing/2014/main" id="{19D5FC72-7358-4D0F-9641-569FD46E3CE0}"/>
              </a:ext>
            </a:extLst>
          </p:cNvPr>
          <p:cNvSpPr>
            <a:spLocks noGrp="1"/>
          </p:cNvSpPr>
          <p:nvPr>
            <p:ph type="title" hasCustomPrompt="1"/>
          </p:nvPr>
        </p:nvSpPr>
        <p:spPr>
          <a:xfrm>
            <a:off x="763193" y="546310"/>
            <a:ext cx="7121174" cy="495301"/>
          </a:xfrm>
          <a:prstGeom prst="rect">
            <a:avLst/>
          </a:prstGeom>
        </p:spPr>
        <p:txBody>
          <a:bodyPr/>
          <a:lstStyle>
            <a:lvl1pPr>
              <a:defRPr sz="3200" cap="all" spc="200" baseline="0">
                <a:solidFill>
                  <a:schemeClr val="bg1"/>
                </a:solidFill>
              </a:defRPr>
            </a:lvl1pPr>
          </a:lstStyle>
          <a:p>
            <a:r>
              <a:rPr lang="en-US" dirty="0"/>
              <a:t>Click to add title</a:t>
            </a:r>
          </a:p>
        </p:txBody>
      </p:sp>
      <p:sp>
        <p:nvSpPr>
          <p:cNvPr id="12" name="Content Placeholder 11">
            <a:extLst>
              <a:ext uri="{FF2B5EF4-FFF2-40B4-BE49-F238E27FC236}">
                <a16:creationId xmlns:a16="http://schemas.microsoft.com/office/drawing/2014/main" id="{F33C1F73-10F3-4E1E-9979-32DF285843BC}"/>
              </a:ext>
            </a:extLst>
          </p:cNvPr>
          <p:cNvSpPr>
            <a:spLocks noGrp="1"/>
          </p:cNvSpPr>
          <p:nvPr>
            <p:ph sz="quarter" idx="15" hasCustomPrompt="1"/>
          </p:nvPr>
        </p:nvSpPr>
        <p:spPr>
          <a:xfrm>
            <a:off x="847725" y="1528474"/>
            <a:ext cx="6450013" cy="4128733"/>
          </a:xfrm>
          <a:prstGeom prst="rect">
            <a:avLst/>
          </a:prstGeom>
        </p:spPr>
        <p:txBody>
          <a:bodyPr/>
          <a:lstStyle>
            <a:lvl1pPr marL="0" indent="0">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content</a:t>
            </a:r>
          </a:p>
        </p:txBody>
      </p:sp>
      <p:sp>
        <p:nvSpPr>
          <p:cNvPr id="5" name="Slide Number Placeholder 4">
            <a:extLst>
              <a:ext uri="{FF2B5EF4-FFF2-40B4-BE49-F238E27FC236}">
                <a16:creationId xmlns:a16="http://schemas.microsoft.com/office/drawing/2014/main" id="{C7EB65BE-7BDE-4397-B2E2-054F84A86646}"/>
              </a:ext>
            </a:extLst>
          </p:cNvPr>
          <p:cNvSpPr>
            <a:spLocks noGrp="1"/>
          </p:cNvSpPr>
          <p:nvPr>
            <p:ph type="sldNum" sz="quarter" idx="12"/>
          </p:nvPr>
        </p:nvSpPr>
        <p:spPr/>
        <p:txBody>
          <a:bodyPr/>
          <a:lstStyle>
            <a:lvl1pPr>
              <a:defRPr>
                <a:solidFill>
                  <a:schemeClr val="bg1"/>
                </a:solidFill>
              </a:defRPr>
            </a:lvl1pPr>
          </a:lstStyle>
          <a:p>
            <a:fld id="{7A9E80BB-C0DF-4F1B-8821-E3FD53412EFF}" type="slidenum">
              <a:rPr lang="en-US" smtClean="0"/>
              <a:pPr/>
              <a:t>‹#›</a:t>
            </a:fld>
            <a:endParaRPr lang="en-US" dirty="0"/>
          </a:p>
        </p:txBody>
      </p:sp>
      <p:sp>
        <p:nvSpPr>
          <p:cNvPr id="4" name="Footer Placeholder 3">
            <a:extLst>
              <a:ext uri="{FF2B5EF4-FFF2-40B4-BE49-F238E27FC236}">
                <a16:creationId xmlns:a16="http://schemas.microsoft.com/office/drawing/2014/main" id="{CBED511C-2385-406C-93EF-6DBAA0E30764}"/>
              </a:ext>
            </a:extLst>
          </p:cNvPr>
          <p:cNvSpPr>
            <a:spLocks noGrp="1"/>
          </p:cNvSpPr>
          <p:nvPr>
            <p:ph type="ftr" sz="quarter" idx="11"/>
          </p:nvPr>
        </p:nvSpPr>
        <p:spPr/>
        <p:txBody>
          <a:bodyPr/>
          <a:lstStyle>
            <a:lvl1pPr>
              <a:defRPr>
                <a:solidFill>
                  <a:schemeClr val="bg1"/>
                </a:solidFill>
              </a:defRPr>
            </a:lvl1pPr>
          </a:lstStyle>
          <a:p>
            <a:r>
              <a:rPr lang="en-US" dirty="0"/>
              <a:t>Presentation Title</a:t>
            </a:r>
          </a:p>
        </p:txBody>
      </p:sp>
      <p:sp>
        <p:nvSpPr>
          <p:cNvPr id="7" name="Picture Placeholder 7">
            <a:extLst>
              <a:ext uri="{FF2B5EF4-FFF2-40B4-BE49-F238E27FC236}">
                <a16:creationId xmlns:a16="http://schemas.microsoft.com/office/drawing/2014/main" id="{52731805-E2BE-413D-92F8-D2E87559B22B}"/>
              </a:ext>
            </a:extLst>
          </p:cNvPr>
          <p:cNvSpPr>
            <a:spLocks noGrp="1"/>
          </p:cNvSpPr>
          <p:nvPr>
            <p:ph type="pic" sz="quarter" idx="13" hasCustomPrompt="1"/>
          </p:nvPr>
        </p:nvSpPr>
        <p:spPr>
          <a:xfrm>
            <a:off x="8153398" y="0"/>
            <a:ext cx="4038602" cy="6858000"/>
          </a:xfrm>
          <a:prstGeom prst="rect">
            <a:avLst/>
          </a:prstGeom>
        </p:spPr>
        <p:txBody>
          <a:bodyPr/>
          <a:lstStyle>
            <a:lvl1pPr marL="0" indent="0" algn="ctr">
              <a:buNone/>
              <a:defRPr/>
            </a:lvl1pPr>
          </a:lstStyle>
          <a:p>
            <a:r>
              <a:rPr lang="en-US" dirty="0"/>
              <a:t>Click to add photo</a:t>
            </a:r>
          </a:p>
        </p:txBody>
      </p:sp>
      <p:sp>
        <p:nvSpPr>
          <p:cNvPr id="3" name="Date Placeholder 2">
            <a:extLst>
              <a:ext uri="{FF2B5EF4-FFF2-40B4-BE49-F238E27FC236}">
                <a16:creationId xmlns:a16="http://schemas.microsoft.com/office/drawing/2014/main" id="{859D6116-4671-4C7B-A118-E31B1369C016}"/>
              </a:ext>
            </a:extLst>
          </p:cNvPr>
          <p:cNvSpPr>
            <a:spLocks noGrp="1"/>
          </p:cNvSpPr>
          <p:nvPr>
            <p:ph type="dt" sz="half" idx="10"/>
          </p:nvPr>
        </p:nvSpPr>
        <p:spPr/>
        <p:txBody>
          <a:bodyPr/>
          <a:lstStyle>
            <a:lvl1pPr>
              <a:defRPr>
                <a:solidFill>
                  <a:schemeClr val="bg1"/>
                </a:solidFill>
              </a:defRPr>
            </a:lvl1pPr>
          </a:lstStyle>
          <a:p>
            <a:r>
              <a:rPr lang="en-US"/>
              <a:t>20XX</a:t>
            </a:r>
            <a:endParaRPr lang="en-US" dirty="0"/>
          </a:p>
        </p:txBody>
      </p:sp>
    </p:spTree>
    <p:extLst>
      <p:ext uri="{BB962C8B-B14F-4D97-AF65-F5344CB8AC3E}">
        <p14:creationId xmlns:p14="http://schemas.microsoft.com/office/powerpoint/2010/main" val="2860383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650337A3-2F47-4D9A-B240-572DD3AE3F14}"/>
              </a:ext>
            </a:extLst>
          </p:cNvPr>
          <p:cNvSpPr>
            <a:spLocks noGrp="1"/>
          </p:cNvSpPr>
          <p:nvPr>
            <p:ph type="pic" sz="quarter" idx="13" hasCustomPrompt="1"/>
          </p:nvPr>
        </p:nvSpPr>
        <p:spPr>
          <a:xfrm>
            <a:off x="0" y="0"/>
            <a:ext cx="12192000" cy="6858000"/>
          </a:xfrm>
          <a:prstGeom prst="rect">
            <a:avLst/>
          </a:prstGeom>
        </p:spPr>
        <p:txBody>
          <a:bodyPr/>
          <a:lstStyle>
            <a:lvl1pPr marL="0" indent="0" algn="ctr">
              <a:buNone/>
              <a:defRPr/>
            </a:lvl1pPr>
          </a:lstStyle>
          <a:p>
            <a:r>
              <a:rPr lang="en-US" dirty="0"/>
              <a:t>Click to add photo</a:t>
            </a:r>
          </a:p>
        </p:txBody>
      </p:sp>
      <p:sp>
        <p:nvSpPr>
          <p:cNvPr id="8" name="Title 7">
            <a:extLst>
              <a:ext uri="{FF2B5EF4-FFF2-40B4-BE49-F238E27FC236}">
                <a16:creationId xmlns:a16="http://schemas.microsoft.com/office/drawing/2014/main" id="{83DDD687-62AC-4FD3-A6C3-9857FD318759}"/>
              </a:ext>
            </a:extLst>
          </p:cNvPr>
          <p:cNvSpPr>
            <a:spLocks noGrp="1"/>
          </p:cNvSpPr>
          <p:nvPr>
            <p:ph type="title" hasCustomPrompt="1"/>
          </p:nvPr>
        </p:nvSpPr>
        <p:spPr>
          <a:xfrm>
            <a:off x="0" y="0"/>
            <a:ext cx="5970123" cy="4684719"/>
          </a:xfrm>
          <a:prstGeom prst="rect">
            <a:avLst/>
          </a:prstGeom>
          <a:solidFill>
            <a:schemeClr val="accent1">
              <a:lumMod val="50000"/>
              <a:alpha val="9000"/>
            </a:schemeClr>
          </a:solidFill>
        </p:spPr>
        <p:txBody>
          <a:bodyPr lIns="822960" anchor="b"/>
          <a:lstStyle>
            <a:lvl1pPr>
              <a:lnSpc>
                <a:spcPct val="80000"/>
              </a:lnSpc>
              <a:spcBef>
                <a:spcPts val="1000"/>
              </a:spcBef>
              <a:defRPr sz="4000" cap="all" spc="200" baseline="0">
                <a:solidFill>
                  <a:schemeClr val="accent2"/>
                </a:solidFill>
              </a:defRPr>
            </a:lvl1pPr>
          </a:lstStyle>
          <a:p>
            <a:r>
              <a:rPr lang="en-US" dirty="0"/>
              <a:t>Click to add title</a:t>
            </a:r>
          </a:p>
        </p:txBody>
      </p:sp>
      <p:sp>
        <p:nvSpPr>
          <p:cNvPr id="7" name="Text Placeholder 12">
            <a:extLst>
              <a:ext uri="{FF2B5EF4-FFF2-40B4-BE49-F238E27FC236}">
                <a16:creationId xmlns:a16="http://schemas.microsoft.com/office/drawing/2014/main" id="{72DB0EA3-58EE-48BD-8592-2D27FEC19C6F}"/>
              </a:ext>
            </a:extLst>
          </p:cNvPr>
          <p:cNvSpPr>
            <a:spLocks noGrp="1"/>
          </p:cNvSpPr>
          <p:nvPr>
            <p:ph type="body" sz="quarter" idx="15" hasCustomPrompt="1"/>
          </p:nvPr>
        </p:nvSpPr>
        <p:spPr>
          <a:xfrm>
            <a:off x="0" y="4684719"/>
            <a:ext cx="5970123" cy="2173281"/>
          </a:xfrm>
          <a:prstGeom prst="rect">
            <a:avLst/>
          </a:prstGeom>
          <a:solidFill>
            <a:schemeClr val="accent1">
              <a:lumMod val="50000"/>
              <a:alpha val="9000"/>
            </a:schemeClr>
          </a:solidFill>
        </p:spPr>
        <p:txBody>
          <a:bodyPr lIns="822960" tIns="182880" anchor="t"/>
          <a:lstStyle>
            <a:lvl1pPr marL="0" indent="0">
              <a:lnSpc>
                <a:spcPct val="100000"/>
              </a:lnSpc>
              <a:buNone/>
              <a:defRPr sz="2000" i="0" cap="none" spc="100" baseline="0">
                <a:solidFill>
                  <a:schemeClr val="bg1"/>
                </a:solidFill>
                <a:latin typeface="+mn-lt"/>
              </a:defRPr>
            </a:lvl1pPr>
          </a:lstStyle>
          <a:p>
            <a:pPr lvl="0"/>
            <a:r>
              <a:rPr lang="en-US" dirty="0"/>
              <a:t>Click to add text</a:t>
            </a:r>
          </a:p>
        </p:txBody>
      </p:sp>
      <p:sp>
        <p:nvSpPr>
          <p:cNvPr id="4" name="Slide Number Placeholder 3">
            <a:extLst>
              <a:ext uri="{FF2B5EF4-FFF2-40B4-BE49-F238E27FC236}">
                <a16:creationId xmlns:a16="http://schemas.microsoft.com/office/drawing/2014/main" id="{22D3E4EC-869C-4BBF-B0EC-C2DCA31439FC}"/>
              </a:ext>
            </a:extLst>
          </p:cNvPr>
          <p:cNvSpPr>
            <a:spLocks noGrp="1"/>
          </p:cNvSpPr>
          <p:nvPr>
            <p:ph type="sldNum" sz="quarter" idx="12"/>
          </p:nvPr>
        </p:nvSpPr>
        <p:spPr/>
        <p:txBody>
          <a:bodyPr/>
          <a:lstStyle>
            <a:lvl1pPr>
              <a:defRPr>
                <a:solidFill>
                  <a:schemeClr val="bg1"/>
                </a:solidFill>
              </a:defRPr>
            </a:lvl1pPr>
          </a:lstStyle>
          <a:p>
            <a:fld id="{7A9E80BB-C0DF-4F1B-8821-E3FD53412EFF}" type="slidenum">
              <a:rPr lang="en-US" smtClean="0"/>
              <a:pPr/>
              <a:t>‹#›</a:t>
            </a:fld>
            <a:endParaRPr lang="en-US" dirty="0"/>
          </a:p>
        </p:txBody>
      </p:sp>
      <p:sp>
        <p:nvSpPr>
          <p:cNvPr id="3" name="Footer Placeholder 2">
            <a:extLst>
              <a:ext uri="{FF2B5EF4-FFF2-40B4-BE49-F238E27FC236}">
                <a16:creationId xmlns:a16="http://schemas.microsoft.com/office/drawing/2014/main" id="{5D793A8E-14B8-4534-832A-F3787F7352F0}"/>
              </a:ext>
            </a:extLst>
          </p:cNvPr>
          <p:cNvSpPr>
            <a:spLocks noGrp="1"/>
          </p:cNvSpPr>
          <p:nvPr>
            <p:ph type="ftr" sz="quarter" idx="11"/>
          </p:nvPr>
        </p:nvSpPr>
        <p:spPr/>
        <p:txBody>
          <a:bodyPr/>
          <a:lstStyle>
            <a:lvl1pPr>
              <a:defRPr>
                <a:solidFill>
                  <a:schemeClr val="bg1"/>
                </a:solidFill>
              </a:defRPr>
            </a:lvl1pPr>
          </a:lstStyle>
          <a:p>
            <a:r>
              <a:rPr lang="en-US" dirty="0"/>
              <a:t>Presentation Title</a:t>
            </a:r>
          </a:p>
        </p:txBody>
      </p:sp>
      <p:sp>
        <p:nvSpPr>
          <p:cNvPr id="2" name="Date Placeholder 1">
            <a:extLst>
              <a:ext uri="{FF2B5EF4-FFF2-40B4-BE49-F238E27FC236}">
                <a16:creationId xmlns:a16="http://schemas.microsoft.com/office/drawing/2014/main" id="{AA466EFA-EBB1-46E4-BC21-6BD36CBA4E5C}"/>
              </a:ext>
            </a:extLst>
          </p:cNvPr>
          <p:cNvSpPr>
            <a:spLocks noGrp="1"/>
          </p:cNvSpPr>
          <p:nvPr>
            <p:ph type="dt" sz="half" idx="10"/>
          </p:nvPr>
        </p:nvSpPr>
        <p:spPr/>
        <p:txBody>
          <a:bodyPr/>
          <a:lstStyle>
            <a:lvl1pPr>
              <a:defRPr>
                <a:solidFill>
                  <a:schemeClr val="bg1"/>
                </a:solidFill>
              </a:defRPr>
            </a:lvl1pPr>
          </a:lstStyle>
          <a:p>
            <a:r>
              <a:rPr lang="en-US"/>
              <a:t>20XX</a:t>
            </a:r>
            <a:endParaRPr lang="en-US" dirty="0"/>
          </a:p>
        </p:txBody>
      </p:sp>
      <p:pic>
        <p:nvPicPr>
          <p:cNvPr id="9" name="Graphic 8">
            <a:extLst>
              <a:ext uri="{FF2B5EF4-FFF2-40B4-BE49-F238E27FC236}">
                <a16:creationId xmlns:a16="http://schemas.microsoft.com/office/drawing/2014/main" id="{EE2DC116-1C4B-4BAE-B1C8-8EA04BBB8331}"/>
              </a:ext>
              <a:ext uri="{C183D7F6-B498-43B3-948B-1728B52AA6E4}">
                <adec:decorative xmlns:adec="http://schemas.microsoft.com/office/drawing/2017/decorative" val="1"/>
              </a:ext>
            </a:extLst>
          </p:cNvPr>
          <p:cNvPicPr>
            <a:picLocks noChangeAspect="1"/>
          </p:cNvPicPr>
          <p:nvPr userDrawn="1"/>
        </p:nvPicPr>
        <p:blipFill>
          <a:blip r:embed="rId2">
            <a:alphaModFix amt="54000"/>
            <a:extLst>
              <a:ext uri="{96DAC541-7B7A-43D3-8B79-37D633B846F1}">
                <asvg:svgBlip xmlns:asvg="http://schemas.microsoft.com/office/drawing/2016/SVG/main" r:embed="rId3"/>
              </a:ext>
            </a:extLst>
          </a:blip>
          <a:stretch>
            <a:fillRect/>
          </a:stretch>
        </p:blipFill>
        <p:spPr>
          <a:xfrm>
            <a:off x="5970122" y="0"/>
            <a:ext cx="6221877" cy="6858000"/>
          </a:xfrm>
          <a:prstGeom prst="rect">
            <a:avLst/>
          </a:prstGeom>
        </p:spPr>
      </p:pic>
    </p:spTree>
    <p:extLst>
      <p:ext uri="{BB962C8B-B14F-4D97-AF65-F5344CB8AC3E}">
        <p14:creationId xmlns:p14="http://schemas.microsoft.com/office/powerpoint/2010/main" val="2434801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eet Our Team_4-Up">
    <p:bg>
      <p:bgPr>
        <a:solidFill>
          <a:schemeClr val="accent2"/>
        </a:solidFill>
        <a:effectLst/>
      </p:bgPr>
    </p:bg>
    <p:spTree>
      <p:nvGrpSpPr>
        <p:cNvPr id="1" name=""/>
        <p:cNvGrpSpPr/>
        <p:nvPr/>
      </p:nvGrpSpPr>
      <p:grpSpPr>
        <a:xfrm>
          <a:off x="0" y="0"/>
          <a:ext cx="0" cy="0"/>
          <a:chOff x="0" y="0"/>
          <a:chExt cx="0" cy="0"/>
        </a:xfrm>
      </p:grpSpPr>
      <p:grpSp>
        <p:nvGrpSpPr>
          <p:cNvPr id="33" name="Graphic 31">
            <a:extLst>
              <a:ext uri="{FF2B5EF4-FFF2-40B4-BE49-F238E27FC236}">
                <a16:creationId xmlns:a16="http://schemas.microsoft.com/office/drawing/2014/main" id="{CF0790E0-1B60-43FC-9885-BE17713C5134}"/>
              </a:ext>
              <a:ext uri="{C183D7F6-B498-43B3-948B-1728B52AA6E4}">
                <adec:decorative xmlns:adec="http://schemas.microsoft.com/office/drawing/2017/decorative" val="1"/>
              </a:ext>
            </a:extLst>
          </p:cNvPr>
          <p:cNvGrpSpPr/>
          <p:nvPr userDrawn="1"/>
        </p:nvGrpSpPr>
        <p:grpSpPr>
          <a:xfrm>
            <a:off x="-3" y="0"/>
            <a:ext cx="12203044" cy="6857999"/>
            <a:chOff x="1524000" y="857250"/>
            <a:chExt cx="9143809" cy="5138737"/>
          </a:xfrm>
          <a:solidFill>
            <a:schemeClr val="accent2">
              <a:lumMod val="20000"/>
              <a:lumOff val="80000"/>
              <a:alpha val="10000"/>
            </a:schemeClr>
          </a:solidFill>
        </p:grpSpPr>
        <p:sp>
          <p:nvSpPr>
            <p:cNvPr id="34" name="Graphic 31">
              <a:extLst>
                <a:ext uri="{FF2B5EF4-FFF2-40B4-BE49-F238E27FC236}">
                  <a16:creationId xmlns:a16="http://schemas.microsoft.com/office/drawing/2014/main" id="{34F66DF3-E60A-4AA6-B3DB-F4D6D7BB0CA2}"/>
                </a:ext>
              </a:extLst>
            </p:cNvPr>
            <p:cNvSpPr/>
            <p:nvPr/>
          </p:nvSpPr>
          <p:spPr>
            <a:xfrm>
              <a:off x="1524000" y="857250"/>
              <a:ext cx="2959036" cy="5138737"/>
            </a:xfrm>
            <a:custGeom>
              <a:avLst/>
              <a:gdLst>
                <a:gd name="connsiteX0" fmla="*/ 0 w 2959036"/>
                <a:gd name="connsiteY0" fmla="*/ 0 h 5138737"/>
                <a:gd name="connsiteX1" fmla="*/ 0 w 2959036"/>
                <a:gd name="connsiteY1" fmla="*/ 5138738 h 5138737"/>
                <a:gd name="connsiteX2" fmla="*/ 2959037 w 2959036"/>
                <a:gd name="connsiteY2" fmla="*/ 5138738 h 5138737"/>
                <a:gd name="connsiteX3" fmla="*/ 926306 w 2959036"/>
                <a:gd name="connsiteY3" fmla="*/ 0 h 5138737"/>
              </a:gdLst>
              <a:ahLst/>
              <a:cxnLst>
                <a:cxn ang="0">
                  <a:pos x="connsiteX0" y="connsiteY0"/>
                </a:cxn>
                <a:cxn ang="0">
                  <a:pos x="connsiteX1" y="connsiteY1"/>
                </a:cxn>
                <a:cxn ang="0">
                  <a:pos x="connsiteX2" y="connsiteY2"/>
                </a:cxn>
                <a:cxn ang="0">
                  <a:pos x="connsiteX3" y="connsiteY3"/>
                </a:cxn>
              </a:cxnLst>
              <a:rect l="l" t="t" r="r" b="b"/>
              <a:pathLst>
                <a:path w="2959036" h="5138737">
                  <a:moveTo>
                    <a:pt x="0" y="0"/>
                  </a:moveTo>
                  <a:lnTo>
                    <a:pt x="0" y="5138738"/>
                  </a:lnTo>
                  <a:lnTo>
                    <a:pt x="2959037" y="5138738"/>
                  </a:lnTo>
                  <a:lnTo>
                    <a:pt x="926306" y="0"/>
                  </a:lnTo>
                  <a:close/>
                </a:path>
              </a:pathLst>
            </a:custGeom>
            <a:grpFill/>
            <a:ln w="9525" cap="flat">
              <a:noFill/>
              <a:prstDash val="solid"/>
              <a:miter/>
            </a:ln>
          </p:spPr>
          <p:txBody>
            <a:bodyPr rtlCol="0" anchor="ctr"/>
            <a:lstStyle/>
            <a:p>
              <a:endParaRPr lang="en-US" dirty="0"/>
            </a:p>
          </p:txBody>
        </p:sp>
        <p:sp>
          <p:nvSpPr>
            <p:cNvPr id="35" name="Graphic 31">
              <a:extLst>
                <a:ext uri="{FF2B5EF4-FFF2-40B4-BE49-F238E27FC236}">
                  <a16:creationId xmlns:a16="http://schemas.microsoft.com/office/drawing/2014/main" id="{EE7F6774-879D-4323-A44D-99E0E5F5A719}"/>
                </a:ext>
              </a:extLst>
            </p:cNvPr>
            <p:cNvSpPr/>
            <p:nvPr/>
          </p:nvSpPr>
          <p:spPr>
            <a:xfrm>
              <a:off x="7712011" y="857250"/>
              <a:ext cx="2955798" cy="5138737"/>
            </a:xfrm>
            <a:custGeom>
              <a:avLst/>
              <a:gdLst>
                <a:gd name="connsiteX0" fmla="*/ 2032731 w 2955798"/>
                <a:gd name="connsiteY0" fmla="*/ 0 h 5138737"/>
                <a:gd name="connsiteX1" fmla="*/ 0 w 2955798"/>
                <a:gd name="connsiteY1" fmla="*/ 5138738 h 5138737"/>
                <a:gd name="connsiteX2" fmla="*/ 2955798 w 2955798"/>
                <a:gd name="connsiteY2" fmla="*/ 5138738 h 5138737"/>
                <a:gd name="connsiteX3" fmla="*/ 2955798 w 2955798"/>
                <a:gd name="connsiteY3" fmla="*/ 0 h 5138737"/>
              </a:gdLst>
              <a:ahLst/>
              <a:cxnLst>
                <a:cxn ang="0">
                  <a:pos x="connsiteX0" y="connsiteY0"/>
                </a:cxn>
                <a:cxn ang="0">
                  <a:pos x="connsiteX1" y="connsiteY1"/>
                </a:cxn>
                <a:cxn ang="0">
                  <a:pos x="connsiteX2" y="connsiteY2"/>
                </a:cxn>
                <a:cxn ang="0">
                  <a:pos x="connsiteX3" y="connsiteY3"/>
                </a:cxn>
              </a:cxnLst>
              <a:rect l="l" t="t" r="r" b="b"/>
              <a:pathLst>
                <a:path w="2955798" h="5138737">
                  <a:moveTo>
                    <a:pt x="2032731" y="0"/>
                  </a:moveTo>
                  <a:lnTo>
                    <a:pt x="0" y="5138738"/>
                  </a:lnTo>
                  <a:lnTo>
                    <a:pt x="2955798" y="5138738"/>
                  </a:lnTo>
                  <a:lnTo>
                    <a:pt x="2955798" y="0"/>
                  </a:lnTo>
                  <a:close/>
                </a:path>
              </a:pathLst>
            </a:custGeom>
            <a:grpFill/>
            <a:ln w="9525"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8030753C-2041-4585-A2AE-13937CA09007}"/>
              </a:ext>
            </a:extLst>
          </p:cNvPr>
          <p:cNvSpPr>
            <a:spLocks noGrp="1"/>
          </p:cNvSpPr>
          <p:nvPr>
            <p:ph type="title" hasCustomPrompt="1"/>
          </p:nvPr>
        </p:nvSpPr>
        <p:spPr>
          <a:xfrm>
            <a:off x="753862" y="524565"/>
            <a:ext cx="10941728" cy="576447"/>
          </a:xfrm>
          <a:prstGeom prst="rect">
            <a:avLst/>
          </a:prstGeom>
        </p:spPr>
        <p:txBody>
          <a:bodyPr/>
          <a:lstStyle>
            <a:lvl1pPr algn="ctr">
              <a:defRPr sz="3200" cap="all" spc="200" baseline="0">
                <a:solidFill>
                  <a:schemeClr val="bg1"/>
                </a:solidFill>
              </a:defRPr>
            </a:lvl1pPr>
          </a:lstStyle>
          <a:p>
            <a:r>
              <a:rPr lang="en-US" dirty="0"/>
              <a:t>Click to add title</a:t>
            </a:r>
          </a:p>
        </p:txBody>
      </p:sp>
      <p:sp>
        <p:nvSpPr>
          <p:cNvPr id="10" name="Picture Placeholder 9">
            <a:extLst>
              <a:ext uri="{FF2B5EF4-FFF2-40B4-BE49-F238E27FC236}">
                <a16:creationId xmlns:a16="http://schemas.microsoft.com/office/drawing/2014/main" id="{F5EA5C7E-24B9-4B88-95BD-424B41B48946}"/>
              </a:ext>
            </a:extLst>
          </p:cNvPr>
          <p:cNvSpPr>
            <a:spLocks noGrp="1"/>
          </p:cNvSpPr>
          <p:nvPr>
            <p:ph type="pic" sz="quarter" idx="23" hasCustomPrompt="1"/>
          </p:nvPr>
        </p:nvSpPr>
        <p:spPr>
          <a:xfrm>
            <a:off x="944172" y="2121764"/>
            <a:ext cx="2357652" cy="2002576"/>
          </a:xfrm>
          <a:prstGeom prst="rect">
            <a:avLst/>
          </a:prstGeom>
        </p:spPr>
        <p:txBody>
          <a:bodyPr/>
          <a:lstStyle>
            <a:lvl1pPr marL="0" indent="0" algn="ctr">
              <a:buNone/>
              <a:defRPr/>
            </a:lvl1pPr>
          </a:lstStyle>
          <a:p>
            <a:r>
              <a:rPr lang="en-US" dirty="0"/>
              <a:t>Click to add photo</a:t>
            </a:r>
          </a:p>
        </p:txBody>
      </p:sp>
      <p:sp>
        <p:nvSpPr>
          <p:cNvPr id="11" name="Text Placeholder 17">
            <a:extLst>
              <a:ext uri="{FF2B5EF4-FFF2-40B4-BE49-F238E27FC236}">
                <a16:creationId xmlns:a16="http://schemas.microsoft.com/office/drawing/2014/main" id="{A4C2DF15-CF4F-4138-B50F-1BF33309B447}"/>
              </a:ext>
            </a:extLst>
          </p:cNvPr>
          <p:cNvSpPr>
            <a:spLocks noGrp="1"/>
          </p:cNvSpPr>
          <p:nvPr>
            <p:ph type="body" sz="quarter" idx="24" hasCustomPrompt="1"/>
          </p:nvPr>
        </p:nvSpPr>
        <p:spPr>
          <a:xfrm>
            <a:off x="944170" y="4124337"/>
            <a:ext cx="2357652" cy="475149"/>
          </a:xfrm>
          <a:prstGeom prst="rect">
            <a:avLst/>
          </a:prstGeom>
        </p:spPr>
        <p:txBody>
          <a:bodyPr anchor="b"/>
          <a:lstStyle>
            <a:lvl1pPr marL="0" indent="0" algn="ctr">
              <a:buNone/>
              <a:defRPr sz="1600" cap="all" spc="200" baseline="0">
                <a:solidFill>
                  <a:schemeClr val="bg1"/>
                </a:solidFill>
                <a:latin typeface="+mj-lt"/>
              </a:defRPr>
            </a:lvl1pPr>
          </a:lstStyle>
          <a:p>
            <a:pPr lvl="0"/>
            <a:r>
              <a:rPr lang="en-US" dirty="0"/>
              <a:t>Click to add name</a:t>
            </a:r>
          </a:p>
        </p:txBody>
      </p:sp>
      <p:sp>
        <p:nvSpPr>
          <p:cNvPr id="12" name="Text Placeholder 17">
            <a:extLst>
              <a:ext uri="{FF2B5EF4-FFF2-40B4-BE49-F238E27FC236}">
                <a16:creationId xmlns:a16="http://schemas.microsoft.com/office/drawing/2014/main" id="{F76B399A-F991-43E9-ACD8-BEE6C345D7FC}"/>
              </a:ext>
            </a:extLst>
          </p:cNvPr>
          <p:cNvSpPr>
            <a:spLocks noGrp="1"/>
          </p:cNvSpPr>
          <p:nvPr>
            <p:ph type="body" sz="quarter" idx="25" hasCustomPrompt="1"/>
          </p:nvPr>
        </p:nvSpPr>
        <p:spPr>
          <a:xfrm>
            <a:off x="944170" y="4599485"/>
            <a:ext cx="2357652" cy="475147"/>
          </a:xfrm>
          <a:prstGeom prst="rect">
            <a:avLst/>
          </a:prstGeom>
        </p:spPr>
        <p:txBody>
          <a:bodyPr/>
          <a:lstStyle>
            <a:lvl1pPr marL="0" indent="0" algn="ctr">
              <a:lnSpc>
                <a:spcPct val="125000"/>
              </a:lnSpc>
              <a:spcBef>
                <a:spcPts val="0"/>
              </a:spcBef>
              <a:buNone/>
              <a:defRPr sz="1200" b="0" i="0" cap="none" spc="200" baseline="0">
                <a:solidFill>
                  <a:schemeClr val="bg1"/>
                </a:solidFill>
              </a:defRPr>
            </a:lvl1pPr>
          </a:lstStyle>
          <a:p>
            <a:pPr lvl="0"/>
            <a:r>
              <a:rPr lang="en-US" dirty="0"/>
              <a:t>Click to title</a:t>
            </a:r>
          </a:p>
        </p:txBody>
      </p:sp>
      <p:sp>
        <p:nvSpPr>
          <p:cNvPr id="13" name="Picture Placeholder 9">
            <a:extLst>
              <a:ext uri="{FF2B5EF4-FFF2-40B4-BE49-F238E27FC236}">
                <a16:creationId xmlns:a16="http://schemas.microsoft.com/office/drawing/2014/main" id="{B1EB9900-27EA-4146-A3BC-990DAA7362EE}"/>
              </a:ext>
            </a:extLst>
          </p:cNvPr>
          <p:cNvSpPr>
            <a:spLocks noGrp="1"/>
          </p:cNvSpPr>
          <p:nvPr>
            <p:ph type="pic" sz="quarter" idx="26" hasCustomPrompt="1"/>
          </p:nvPr>
        </p:nvSpPr>
        <p:spPr>
          <a:xfrm>
            <a:off x="3582316" y="2121764"/>
            <a:ext cx="2357652" cy="2002576"/>
          </a:xfrm>
          <a:prstGeom prst="rect">
            <a:avLst/>
          </a:prstGeom>
        </p:spPr>
        <p:txBody>
          <a:bodyPr/>
          <a:lstStyle>
            <a:lvl1pPr marL="0" indent="0" algn="ctr">
              <a:buNone/>
              <a:defRPr/>
            </a:lvl1pPr>
          </a:lstStyle>
          <a:p>
            <a:r>
              <a:rPr lang="en-US" dirty="0"/>
              <a:t>Click to add photo</a:t>
            </a:r>
          </a:p>
        </p:txBody>
      </p:sp>
      <p:sp>
        <p:nvSpPr>
          <p:cNvPr id="14" name="Text Placeholder 17">
            <a:extLst>
              <a:ext uri="{FF2B5EF4-FFF2-40B4-BE49-F238E27FC236}">
                <a16:creationId xmlns:a16="http://schemas.microsoft.com/office/drawing/2014/main" id="{F295B36C-312A-4F68-8785-926AF39DEC4E}"/>
              </a:ext>
            </a:extLst>
          </p:cNvPr>
          <p:cNvSpPr>
            <a:spLocks noGrp="1"/>
          </p:cNvSpPr>
          <p:nvPr>
            <p:ph type="body" sz="quarter" idx="27" hasCustomPrompt="1"/>
          </p:nvPr>
        </p:nvSpPr>
        <p:spPr>
          <a:xfrm>
            <a:off x="3582314" y="4124337"/>
            <a:ext cx="2357652" cy="475149"/>
          </a:xfrm>
          <a:prstGeom prst="rect">
            <a:avLst/>
          </a:prstGeom>
        </p:spPr>
        <p:txBody>
          <a:bodyPr anchor="b"/>
          <a:lstStyle>
            <a:lvl1pPr marL="0" indent="0" algn="ctr">
              <a:buNone/>
              <a:defRPr sz="1600" cap="all" spc="200" baseline="0">
                <a:solidFill>
                  <a:schemeClr val="bg1"/>
                </a:solidFill>
                <a:latin typeface="+mj-lt"/>
              </a:defRPr>
            </a:lvl1pPr>
          </a:lstStyle>
          <a:p>
            <a:pPr lvl="0"/>
            <a:r>
              <a:rPr lang="en-US" dirty="0"/>
              <a:t>Click to add name</a:t>
            </a:r>
          </a:p>
        </p:txBody>
      </p:sp>
      <p:sp>
        <p:nvSpPr>
          <p:cNvPr id="15" name="Text Placeholder 17">
            <a:extLst>
              <a:ext uri="{FF2B5EF4-FFF2-40B4-BE49-F238E27FC236}">
                <a16:creationId xmlns:a16="http://schemas.microsoft.com/office/drawing/2014/main" id="{5A69567D-C005-4D58-8A97-3779831CA02E}"/>
              </a:ext>
            </a:extLst>
          </p:cNvPr>
          <p:cNvSpPr>
            <a:spLocks noGrp="1"/>
          </p:cNvSpPr>
          <p:nvPr>
            <p:ph type="body" sz="quarter" idx="28" hasCustomPrompt="1"/>
          </p:nvPr>
        </p:nvSpPr>
        <p:spPr>
          <a:xfrm>
            <a:off x="3582314" y="4599485"/>
            <a:ext cx="2357652" cy="475147"/>
          </a:xfrm>
          <a:prstGeom prst="rect">
            <a:avLst/>
          </a:prstGeom>
        </p:spPr>
        <p:txBody>
          <a:bodyPr/>
          <a:lstStyle>
            <a:lvl1pPr marL="0" indent="0" algn="ctr">
              <a:lnSpc>
                <a:spcPct val="125000"/>
              </a:lnSpc>
              <a:spcBef>
                <a:spcPts val="0"/>
              </a:spcBef>
              <a:buNone/>
              <a:defRPr sz="1200" b="0" i="0" cap="none" spc="200" baseline="0">
                <a:solidFill>
                  <a:schemeClr val="bg1"/>
                </a:solidFill>
              </a:defRPr>
            </a:lvl1pPr>
          </a:lstStyle>
          <a:p>
            <a:pPr lvl="0"/>
            <a:r>
              <a:rPr lang="en-US" dirty="0"/>
              <a:t>Click to title</a:t>
            </a:r>
          </a:p>
        </p:txBody>
      </p:sp>
      <p:sp>
        <p:nvSpPr>
          <p:cNvPr id="16" name="Picture Placeholder 9">
            <a:extLst>
              <a:ext uri="{FF2B5EF4-FFF2-40B4-BE49-F238E27FC236}">
                <a16:creationId xmlns:a16="http://schemas.microsoft.com/office/drawing/2014/main" id="{64FE9303-BBC0-4C8D-B7AB-5CD3E76A9816}"/>
              </a:ext>
            </a:extLst>
          </p:cNvPr>
          <p:cNvSpPr>
            <a:spLocks noGrp="1"/>
          </p:cNvSpPr>
          <p:nvPr>
            <p:ph type="pic" sz="quarter" idx="32" hasCustomPrompt="1"/>
          </p:nvPr>
        </p:nvSpPr>
        <p:spPr>
          <a:xfrm>
            <a:off x="6220462" y="2121764"/>
            <a:ext cx="2357652" cy="2002576"/>
          </a:xfrm>
          <a:prstGeom prst="rect">
            <a:avLst/>
          </a:prstGeom>
        </p:spPr>
        <p:txBody>
          <a:bodyPr/>
          <a:lstStyle>
            <a:lvl1pPr marL="0" indent="0" algn="ctr">
              <a:buNone/>
              <a:defRPr/>
            </a:lvl1pPr>
          </a:lstStyle>
          <a:p>
            <a:r>
              <a:rPr lang="en-US" dirty="0"/>
              <a:t>Click to add photo</a:t>
            </a:r>
          </a:p>
        </p:txBody>
      </p:sp>
      <p:sp>
        <p:nvSpPr>
          <p:cNvPr id="17" name="Text Placeholder 17">
            <a:extLst>
              <a:ext uri="{FF2B5EF4-FFF2-40B4-BE49-F238E27FC236}">
                <a16:creationId xmlns:a16="http://schemas.microsoft.com/office/drawing/2014/main" id="{CA8A35E4-E339-4851-8E87-ADD5A47D8B78}"/>
              </a:ext>
            </a:extLst>
          </p:cNvPr>
          <p:cNvSpPr>
            <a:spLocks noGrp="1"/>
          </p:cNvSpPr>
          <p:nvPr>
            <p:ph type="body" sz="quarter" idx="33" hasCustomPrompt="1"/>
          </p:nvPr>
        </p:nvSpPr>
        <p:spPr>
          <a:xfrm>
            <a:off x="6220460" y="4124337"/>
            <a:ext cx="2357652" cy="475149"/>
          </a:xfrm>
          <a:prstGeom prst="rect">
            <a:avLst/>
          </a:prstGeom>
        </p:spPr>
        <p:txBody>
          <a:bodyPr anchor="b"/>
          <a:lstStyle>
            <a:lvl1pPr marL="0" indent="0" algn="ctr">
              <a:buNone/>
              <a:defRPr sz="1600" cap="all" spc="200" baseline="0">
                <a:solidFill>
                  <a:schemeClr val="bg1"/>
                </a:solidFill>
                <a:latin typeface="+mj-lt"/>
              </a:defRPr>
            </a:lvl1pPr>
          </a:lstStyle>
          <a:p>
            <a:pPr lvl="0"/>
            <a:r>
              <a:rPr lang="en-US" dirty="0"/>
              <a:t>Click to add name</a:t>
            </a:r>
          </a:p>
        </p:txBody>
      </p:sp>
      <p:sp>
        <p:nvSpPr>
          <p:cNvPr id="18" name="Text Placeholder 17">
            <a:extLst>
              <a:ext uri="{FF2B5EF4-FFF2-40B4-BE49-F238E27FC236}">
                <a16:creationId xmlns:a16="http://schemas.microsoft.com/office/drawing/2014/main" id="{C46C1B6D-3302-4939-ABCB-D64D49E0C0B6}"/>
              </a:ext>
            </a:extLst>
          </p:cNvPr>
          <p:cNvSpPr>
            <a:spLocks noGrp="1"/>
          </p:cNvSpPr>
          <p:nvPr>
            <p:ph type="body" sz="quarter" idx="34" hasCustomPrompt="1"/>
          </p:nvPr>
        </p:nvSpPr>
        <p:spPr>
          <a:xfrm>
            <a:off x="6220460" y="4599485"/>
            <a:ext cx="2357652" cy="475147"/>
          </a:xfrm>
          <a:prstGeom prst="rect">
            <a:avLst/>
          </a:prstGeom>
        </p:spPr>
        <p:txBody>
          <a:bodyPr/>
          <a:lstStyle>
            <a:lvl1pPr marL="0" indent="0" algn="ctr">
              <a:lnSpc>
                <a:spcPct val="125000"/>
              </a:lnSpc>
              <a:spcBef>
                <a:spcPts val="0"/>
              </a:spcBef>
              <a:buNone/>
              <a:defRPr sz="1200" b="0" i="0" cap="none" spc="200" baseline="0">
                <a:solidFill>
                  <a:schemeClr val="bg1"/>
                </a:solidFill>
              </a:defRPr>
            </a:lvl1pPr>
          </a:lstStyle>
          <a:p>
            <a:pPr lvl="0"/>
            <a:r>
              <a:rPr lang="en-US" dirty="0"/>
              <a:t>Click to title</a:t>
            </a:r>
          </a:p>
        </p:txBody>
      </p:sp>
      <p:sp>
        <p:nvSpPr>
          <p:cNvPr id="19" name="Picture Placeholder 9">
            <a:extLst>
              <a:ext uri="{FF2B5EF4-FFF2-40B4-BE49-F238E27FC236}">
                <a16:creationId xmlns:a16="http://schemas.microsoft.com/office/drawing/2014/main" id="{3BE0235D-B66F-4F0B-A4C1-5F7D63C93E9D}"/>
              </a:ext>
            </a:extLst>
          </p:cNvPr>
          <p:cNvSpPr>
            <a:spLocks noGrp="1"/>
          </p:cNvSpPr>
          <p:nvPr>
            <p:ph type="pic" sz="quarter" idx="35" hasCustomPrompt="1"/>
          </p:nvPr>
        </p:nvSpPr>
        <p:spPr>
          <a:xfrm>
            <a:off x="8858606" y="2121764"/>
            <a:ext cx="2357652" cy="2002576"/>
          </a:xfrm>
          <a:prstGeom prst="rect">
            <a:avLst/>
          </a:prstGeom>
        </p:spPr>
        <p:txBody>
          <a:bodyPr/>
          <a:lstStyle>
            <a:lvl1pPr marL="0" indent="0" algn="ctr">
              <a:buNone/>
              <a:defRPr/>
            </a:lvl1pPr>
          </a:lstStyle>
          <a:p>
            <a:r>
              <a:rPr lang="en-US" dirty="0"/>
              <a:t>Click to add photo</a:t>
            </a:r>
          </a:p>
        </p:txBody>
      </p:sp>
      <p:sp>
        <p:nvSpPr>
          <p:cNvPr id="20" name="Text Placeholder 17">
            <a:extLst>
              <a:ext uri="{FF2B5EF4-FFF2-40B4-BE49-F238E27FC236}">
                <a16:creationId xmlns:a16="http://schemas.microsoft.com/office/drawing/2014/main" id="{DB1DD411-2914-4927-88D8-49C5F77DBF75}"/>
              </a:ext>
            </a:extLst>
          </p:cNvPr>
          <p:cNvSpPr>
            <a:spLocks noGrp="1"/>
          </p:cNvSpPr>
          <p:nvPr>
            <p:ph type="body" sz="quarter" idx="36" hasCustomPrompt="1"/>
          </p:nvPr>
        </p:nvSpPr>
        <p:spPr>
          <a:xfrm>
            <a:off x="8858604" y="4124337"/>
            <a:ext cx="2357652" cy="475149"/>
          </a:xfrm>
          <a:prstGeom prst="rect">
            <a:avLst/>
          </a:prstGeom>
        </p:spPr>
        <p:txBody>
          <a:bodyPr anchor="b"/>
          <a:lstStyle>
            <a:lvl1pPr marL="0" indent="0" algn="ctr">
              <a:buNone/>
              <a:defRPr sz="1600" cap="all" spc="200" baseline="0">
                <a:solidFill>
                  <a:schemeClr val="bg1"/>
                </a:solidFill>
                <a:latin typeface="+mj-lt"/>
              </a:defRPr>
            </a:lvl1pPr>
          </a:lstStyle>
          <a:p>
            <a:pPr lvl="0"/>
            <a:r>
              <a:rPr lang="en-US" dirty="0"/>
              <a:t>Click to add name</a:t>
            </a:r>
          </a:p>
        </p:txBody>
      </p:sp>
      <p:sp>
        <p:nvSpPr>
          <p:cNvPr id="21" name="Text Placeholder 17">
            <a:extLst>
              <a:ext uri="{FF2B5EF4-FFF2-40B4-BE49-F238E27FC236}">
                <a16:creationId xmlns:a16="http://schemas.microsoft.com/office/drawing/2014/main" id="{D913D89D-8800-41B2-9284-538E008D4497}"/>
              </a:ext>
            </a:extLst>
          </p:cNvPr>
          <p:cNvSpPr>
            <a:spLocks noGrp="1"/>
          </p:cNvSpPr>
          <p:nvPr>
            <p:ph type="body" sz="quarter" idx="37" hasCustomPrompt="1"/>
          </p:nvPr>
        </p:nvSpPr>
        <p:spPr>
          <a:xfrm>
            <a:off x="8858604" y="4599485"/>
            <a:ext cx="2357652" cy="475147"/>
          </a:xfrm>
          <a:prstGeom prst="rect">
            <a:avLst/>
          </a:prstGeom>
        </p:spPr>
        <p:txBody>
          <a:bodyPr/>
          <a:lstStyle>
            <a:lvl1pPr marL="0" indent="0" algn="ctr">
              <a:lnSpc>
                <a:spcPct val="125000"/>
              </a:lnSpc>
              <a:spcBef>
                <a:spcPts val="0"/>
              </a:spcBef>
              <a:buNone/>
              <a:defRPr sz="1200" b="0" i="0" cap="none" spc="200" baseline="0">
                <a:solidFill>
                  <a:schemeClr val="bg1"/>
                </a:solidFill>
              </a:defRPr>
            </a:lvl1pPr>
          </a:lstStyle>
          <a:p>
            <a:pPr lvl="0"/>
            <a:r>
              <a:rPr lang="en-US" dirty="0"/>
              <a:t>Click to title</a:t>
            </a:r>
          </a:p>
        </p:txBody>
      </p:sp>
      <p:sp>
        <p:nvSpPr>
          <p:cNvPr id="7" name="Slide Number Placeholder 6">
            <a:extLst>
              <a:ext uri="{FF2B5EF4-FFF2-40B4-BE49-F238E27FC236}">
                <a16:creationId xmlns:a16="http://schemas.microsoft.com/office/drawing/2014/main" id="{4A6B141C-4594-45E3-A576-83731131CA86}"/>
              </a:ext>
            </a:extLst>
          </p:cNvPr>
          <p:cNvSpPr>
            <a:spLocks noGrp="1"/>
          </p:cNvSpPr>
          <p:nvPr>
            <p:ph type="sldNum" sz="quarter" idx="12"/>
          </p:nvPr>
        </p:nvSpPr>
        <p:spPr/>
        <p:txBody>
          <a:bodyPr/>
          <a:lstStyle>
            <a:lvl1pPr>
              <a:defRPr>
                <a:solidFill>
                  <a:schemeClr val="bg1"/>
                </a:solidFill>
              </a:defRPr>
            </a:lvl1pPr>
          </a:lstStyle>
          <a:p>
            <a:fld id="{7A9E80BB-C0DF-4F1B-8821-E3FD53412EFF}" type="slidenum">
              <a:rPr lang="en-US" smtClean="0"/>
              <a:pPr/>
              <a:t>‹#›</a:t>
            </a:fld>
            <a:endParaRPr lang="en-US" dirty="0"/>
          </a:p>
        </p:txBody>
      </p:sp>
      <p:sp>
        <p:nvSpPr>
          <p:cNvPr id="6" name="Footer Placeholder 5">
            <a:extLst>
              <a:ext uri="{FF2B5EF4-FFF2-40B4-BE49-F238E27FC236}">
                <a16:creationId xmlns:a16="http://schemas.microsoft.com/office/drawing/2014/main" id="{2D524755-F827-42EA-8E6C-044C8D7B53EB}"/>
              </a:ext>
            </a:extLst>
          </p:cNvPr>
          <p:cNvSpPr>
            <a:spLocks noGrp="1"/>
          </p:cNvSpPr>
          <p:nvPr>
            <p:ph type="ftr" sz="quarter" idx="11"/>
          </p:nvPr>
        </p:nvSpPr>
        <p:spPr/>
        <p:txBody>
          <a:bodyPr/>
          <a:lstStyle>
            <a:lvl1pPr>
              <a:defRPr>
                <a:solidFill>
                  <a:schemeClr val="bg1"/>
                </a:solidFill>
              </a:defRPr>
            </a:lvl1pPr>
          </a:lstStyle>
          <a:p>
            <a:r>
              <a:rPr lang="en-US" dirty="0"/>
              <a:t>Presentation Title</a:t>
            </a:r>
          </a:p>
        </p:txBody>
      </p:sp>
      <p:sp>
        <p:nvSpPr>
          <p:cNvPr id="5" name="Date Placeholder 4">
            <a:extLst>
              <a:ext uri="{FF2B5EF4-FFF2-40B4-BE49-F238E27FC236}">
                <a16:creationId xmlns:a16="http://schemas.microsoft.com/office/drawing/2014/main" id="{115C860E-9305-4F6A-96A9-2F014B27B2D6}"/>
              </a:ext>
            </a:extLst>
          </p:cNvPr>
          <p:cNvSpPr>
            <a:spLocks noGrp="1"/>
          </p:cNvSpPr>
          <p:nvPr>
            <p:ph type="dt" sz="half" idx="10"/>
          </p:nvPr>
        </p:nvSpPr>
        <p:spPr/>
        <p:txBody>
          <a:bodyPr/>
          <a:lstStyle>
            <a:lvl1pPr>
              <a:defRPr>
                <a:solidFill>
                  <a:schemeClr val="bg1"/>
                </a:solidFill>
              </a:defRPr>
            </a:lvl1pPr>
          </a:lstStyle>
          <a:p>
            <a:r>
              <a:rPr lang="en-US"/>
              <a:t>20XX</a:t>
            </a:r>
            <a:endParaRPr lang="en-US" dirty="0"/>
          </a:p>
        </p:txBody>
      </p:sp>
    </p:spTree>
    <p:extLst>
      <p:ext uri="{BB962C8B-B14F-4D97-AF65-F5344CB8AC3E}">
        <p14:creationId xmlns:p14="http://schemas.microsoft.com/office/powerpoint/2010/main" val="2493765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eet The Team_8-Up">
    <p:bg>
      <p:bgPr>
        <a:solidFill>
          <a:schemeClr val="accent2"/>
        </a:solidFill>
        <a:effectLst/>
      </p:bgPr>
    </p:bg>
    <p:spTree>
      <p:nvGrpSpPr>
        <p:cNvPr id="1" name=""/>
        <p:cNvGrpSpPr/>
        <p:nvPr/>
      </p:nvGrpSpPr>
      <p:grpSpPr>
        <a:xfrm>
          <a:off x="0" y="0"/>
          <a:ext cx="0" cy="0"/>
          <a:chOff x="0" y="0"/>
          <a:chExt cx="0" cy="0"/>
        </a:xfrm>
      </p:grpSpPr>
      <p:grpSp>
        <p:nvGrpSpPr>
          <p:cNvPr id="19" name="Graphic 31">
            <a:extLst>
              <a:ext uri="{FF2B5EF4-FFF2-40B4-BE49-F238E27FC236}">
                <a16:creationId xmlns:a16="http://schemas.microsoft.com/office/drawing/2014/main" id="{1E04AE1B-EA25-4B01-8936-C5A4E253B4AA}"/>
              </a:ext>
              <a:ext uri="{C183D7F6-B498-43B3-948B-1728B52AA6E4}">
                <adec:decorative xmlns:adec="http://schemas.microsoft.com/office/drawing/2017/decorative" val="1"/>
              </a:ext>
            </a:extLst>
          </p:cNvPr>
          <p:cNvGrpSpPr/>
          <p:nvPr userDrawn="1"/>
        </p:nvGrpSpPr>
        <p:grpSpPr>
          <a:xfrm>
            <a:off x="-3" y="0"/>
            <a:ext cx="12203044" cy="6857999"/>
            <a:chOff x="1524000" y="857250"/>
            <a:chExt cx="9143809" cy="5138737"/>
          </a:xfrm>
          <a:solidFill>
            <a:schemeClr val="accent2">
              <a:lumMod val="20000"/>
              <a:lumOff val="80000"/>
              <a:alpha val="10000"/>
            </a:schemeClr>
          </a:solidFill>
        </p:grpSpPr>
        <p:sp>
          <p:nvSpPr>
            <p:cNvPr id="20" name="Graphic 31">
              <a:extLst>
                <a:ext uri="{FF2B5EF4-FFF2-40B4-BE49-F238E27FC236}">
                  <a16:creationId xmlns:a16="http://schemas.microsoft.com/office/drawing/2014/main" id="{22105375-AFBE-4CFC-B01F-D4EDF8518F26}"/>
                </a:ext>
              </a:extLst>
            </p:cNvPr>
            <p:cNvSpPr/>
            <p:nvPr/>
          </p:nvSpPr>
          <p:spPr>
            <a:xfrm>
              <a:off x="1524000" y="857250"/>
              <a:ext cx="2959036" cy="5138737"/>
            </a:xfrm>
            <a:custGeom>
              <a:avLst/>
              <a:gdLst>
                <a:gd name="connsiteX0" fmla="*/ 0 w 2959036"/>
                <a:gd name="connsiteY0" fmla="*/ 0 h 5138737"/>
                <a:gd name="connsiteX1" fmla="*/ 0 w 2959036"/>
                <a:gd name="connsiteY1" fmla="*/ 5138738 h 5138737"/>
                <a:gd name="connsiteX2" fmla="*/ 2959037 w 2959036"/>
                <a:gd name="connsiteY2" fmla="*/ 5138738 h 5138737"/>
                <a:gd name="connsiteX3" fmla="*/ 926306 w 2959036"/>
                <a:gd name="connsiteY3" fmla="*/ 0 h 5138737"/>
              </a:gdLst>
              <a:ahLst/>
              <a:cxnLst>
                <a:cxn ang="0">
                  <a:pos x="connsiteX0" y="connsiteY0"/>
                </a:cxn>
                <a:cxn ang="0">
                  <a:pos x="connsiteX1" y="connsiteY1"/>
                </a:cxn>
                <a:cxn ang="0">
                  <a:pos x="connsiteX2" y="connsiteY2"/>
                </a:cxn>
                <a:cxn ang="0">
                  <a:pos x="connsiteX3" y="connsiteY3"/>
                </a:cxn>
              </a:cxnLst>
              <a:rect l="l" t="t" r="r" b="b"/>
              <a:pathLst>
                <a:path w="2959036" h="5138737">
                  <a:moveTo>
                    <a:pt x="0" y="0"/>
                  </a:moveTo>
                  <a:lnTo>
                    <a:pt x="0" y="5138738"/>
                  </a:lnTo>
                  <a:lnTo>
                    <a:pt x="2959037" y="5138738"/>
                  </a:lnTo>
                  <a:lnTo>
                    <a:pt x="926306" y="0"/>
                  </a:lnTo>
                  <a:close/>
                </a:path>
              </a:pathLst>
            </a:custGeom>
            <a:grpFill/>
            <a:ln w="9525" cap="flat">
              <a:noFill/>
              <a:prstDash val="solid"/>
              <a:miter/>
            </a:ln>
          </p:spPr>
          <p:txBody>
            <a:bodyPr rtlCol="0" anchor="ctr"/>
            <a:lstStyle/>
            <a:p>
              <a:endParaRPr lang="en-US" dirty="0"/>
            </a:p>
          </p:txBody>
        </p:sp>
        <p:sp>
          <p:nvSpPr>
            <p:cNvPr id="21" name="Graphic 31">
              <a:extLst>
                <a:ext uri="{FF2B5EF4-FFF2-40B4-BE49-F238E27FC236}">
                  <a16:creationId xmlns:a16="http://schemas.microsoft.com/office/drawing/2014/main" id="{0E3207F4-D40C-44E6-8726-1386115F5870}"/>
                </a:ext>
              </a:extLst>
            </p:cNvPr>
            <p:cNvSpPr/>
            <p:nvPr/>
          </p:nvSpPr>
          <p:spPr>
            <a:xfrm>
              <a:off x="7712011" y="857250"/>
              <a:ext cx="2955798" cy="5138737"/>
            </a:xfrm>
            <a:custGeom>
              <a:avLst/>
              <a:gdLst>
                <a:gd name="connsiteX0" fmla="*/ 2032731 w 2955798"/>
                <a:gd name="connsiteY0" fmla="*/ 0 h 5138737"/>
                <a:gd name="connsiteX1" fmla="*/ 0 w 2955798"/>
                <a:gd name="connsiteY1" fmla="*/ 5138738 h 5138737"/>
                <a:gd name="connsiteX2" fmla="*/ 2955798 w 2955798"/>
                <a:gd name="connsiteY2" fmla="*/ 5138738 h 5138737"/>
                <a:gd name="connsiteX3" fmla="*/ 2955798 w 2955798"/>
                <a:gd name="connsiteY3" fmla="*/ 0 h 5138737"/>
              </a:gdLst>
              <a:ahLst/>
              <a:cxnLst>
                <a:cxn ang="0">
                  <a:pos x="connsiteX0" y="connsiteY0"/>
                </a:cxn>
                <a:cxn ang="0">
                  <a:pos x="connsiteX1" y="connsiteY1"/>
                </a:cxn>
                <a:cxn ang="0">
                  <a:pos x="connsiteX2" y="connsiteY2"/>
                </a:cxn>
                <a:cxn ang="0">
                  <a:pos x="connsiteX3" y="connsiteY3"/>
                </a:cxn>
              </a:cxnLst>
              <a:rect l="l" t="t" r="r" b="b"/>
              <a:pathLst>
                <a:path w="2955798" h="5138737">
                  <a:moveTo>
                    <a:pt x="2032731" y="0"/>
                  </a:moveTo>
                  <a:lnTo>
                    <a:pt x="0" y="5138738"/>
                  </a:lnTo>
                  <a:lnTo>
                    <a:pt x="2955798" y="5138738"/>
                  </a:lnTo>
                  <a:lnTo>
                    <a:pt x="2955798" y="0"/>
                  </a:lnTo>
                  <a:close/>
                </a:path>
              </a:pathLst>
            </a:custGeom>
            <a:grpFill/>
            <a:ln w="9525"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E1C1735E-0205-42E3-A5CB-FC6DF991AC34}"/>
              </a:ext>
            </a:extLst>
          </p:cNvPr>
          <p:cNvSpPr>
            <a:spLocks noGrp="1"/>
          </p:cNvSpPr>
          <p:nvPr>
            <p:ph type="title" hasCustomPrompt="1"/>
          </p:nvPr>
        </p:nvSpPr>
        <p:spPr>
          <a:xfrm>
            <a:off x="968829" y="523748"/>
            <a:ext cx="10515600" cy="556795"/>
          </a:xfrm>
          <a:prstGeom prst="rect">
            <a:avLst/>
          </a:prstGeom>
        </p:spPr>
        <p:txBody>
          <a:bodyPr/>
          <a:lstStyle>
            <a:lvl1pPr algn="ctr">
              <a:defRPr sz="3200" cap="all" spc="200" baseline="0">
                <a:solidFill>
                  <a:schemeClr val="bg1"/>
                </a:solidFill>
              </a:defRPr>
            </a:lvl1pPr>
          </a:lstStyle>
          <a:p>
            <a:r>
              <a:rPr lang="en-US" dirty="0"/>
              <a:t>Click to add title</a:t>
            </a:r>
          </a:p>
        </p:txBody>
      </p:sp>
      <p:sp>
        <p:nvSpPr>
          <p:cNvPr id="58" name="Picture Placeholder 9">
            <a:extLst>
              <a:ext uri="{FF2B5EF4-FFF2-40B4-BE49-F238E27FC236}">
                <a16:creationId xmlns:a16="http://schemas.microsoft.com/office/drawing/2014/main" id="{92A77282-5267-4F71-A0BF-DF82ED909EC1}"/>
              </a:ext>
            </a:extLst>
          </p:cNvPr>
          <p:cNvSpPr>
            <a:spLocks noGrp="1"/>
          </p:cNvSpPr>
          <p:nvPr>
            <p:ph type="pic" sz="quarter" idx="57" hasCustomPrompt="1"/>
          </p:nvPr>
        </p:nvSpPr>
        <p:spPr>
          <a:xfrm>
            <a:off x="1620451" y="1520596"/>
            <a:ext cx="1412050" cy="1147276"/>
          </a:xfrm>
          <a:prstGeom prst="rect">
            <a:avLst/>
          </a:prstGeom>
        </p:spPr>
        <p:txBody>
          <a:bodyPr/>
          <a:lstStyle>
            <a:lvl1pPr marL="0" indent="0" algn="ctr">
              <a:buNone/>
              <a:defRPr/>
            </a:lvl1pPr>
          </a:lstStyle>
          <a:p>
            <a:r>
              <a:rPr lang="en-US" dirty="0"/>
              <a:t>Click to add photo</a:t>
            </a:r>
          </a:p>
        </p:txBody>
      </p:sp>
      <p:sp>
        <p:nvSpPr>
          <p:cNvPr id="56" name="Text Placeholder 17">
            <a:extLst>
              <a:ext uri="{FF2B5EF4-FFF2-40B4-BE49-F238E27FC236}">
                <a16:creationId xmlns:a16="http://schemas.microsoft.com/office/drawing/2014/main" id="{3EA4E6FE-F090-4542-81C0-C6D241E74689}"/>
              </a:ext>
            </a:extLst>
          </p:cNvPr>
          <p:cNvSpPr>
            <a:spLocks noGrp="1"/>
          </p:cNvSpPr>
          <p:nvPr>
            <p:ph type="body" sz="quarter" idx="55" hasCustomPrompt="1"/>
          </p:nvPr>
        </p:nvSpPr>
        <p:spPr>
          <a:xfrm>
            <a:off x="1291631" y="2673057"/>
            <a:ext cx="2069691" cy="476403"/>
          </a:xfrm>
          <a:prstGeom prst="rect">
            <a:avLst/>
          </a:prstGeom>
        </p:spPr>
        <p:txBody>
          <a:bodyPr anchor="b"/>
          <a:lstStyle>
            <a:lvl1pPr marL="0" indent="0" algn="ctr">
              <a:buNone/>
              <a:defRPr sz="1600" cap="all" spc="200" baseline="0">
                <a:solidFill>
                  <a:schemeClr val="bg1"/>
                </a:solidFill>
                <a:latin typeface="+mj-lt"/>
              </a:defRPr>
            </a:lvl1pPr>
          </a:lstStyle>
          <a:p>
            <a:pPr lvl="0"/>
            <a:r>
              <a:rPr lang="en-US" dirty="0"/>
              <a:t>Click to add name</a:t>
            </a:r>
          </a:p>
        </p:txBody>
      </p:sp>
      <p:sp>
        <p:nvSpPr>
          <p:cNvPr id="57" name="Text Placeholder 17">
            <a:extLst>
              <a:ext uri="{FF2B5EF4-FFF2-40B4-BE49-F238E27FC236}">
                <a16:creationId xmlns:a16="http://schemas.microsoft.com/office/drawing/2014/main" id="{E99767A9-AC54-4743-BBA3-FB9452700C74}"/>
              </a:ext>
            </a:extLst>
          </p:cNvPr>
          <p:cNvSpPr>
            <a:spLocks noGrp="1"/>
          </p:cNvSpPr>
          <p:nvPr>
            <p:ph type="body" sz="quarter" idx="56" hasCustomPrompt="1"/>
          </p:nvPr>
        </p:nvSpPr>
        <p:spPr>
          <a:xfrm>
            <a:off x="1291631" y="3148500"/>
            <a:ext cx="2069691" cy="573222"/>
          </a:xfrm>
          <a:prstGeom prst="rect">
            <a:avLst/>
          </a:prstGeom>
        </p:spPr>
        <p:txBody>
          <a:bodyPr/>
          <a:lstStyle>
            <a:lvl1pPr marL="0" indent="0" algn="ctr">
              <a:lnSpc>
                <a:spcPct val="100000"/>
              </a:lnSpc>
              <a:buNone/>
              <a:defRPr sz="1200" b="0" i="0" cap="none" spc="100" baseline="0">
                <a:solidFill>
                  <a:schemeClr val="bg1"/>
                </a:solidFill>
              </a:defRPr>
            </a:lvl1pPr>
          </a:lstStyle>
          <a:p>
            <a:pPr lvl="0"/>
            <a:r>
              <a:rPr lang="en-US" dirty="0"/>
              <a:t>Click to add title</a:t>
            </a:r>
          </a:p>
        </p:txBody>
      </p:sp>
      <p:sp>
        <p:nvSpPr>
          <p:cNvPr id="59" name="Picture Placeholder 9">
            <a:extLst>
              <a:ext uri="{FF2B5EF4-FFF2-40B4-BE49-F238E27FC236}">
                <a16:creationId xmlns:a16="http://schemas.microsoft.com/office/drawing/2014/main" id="{E8AE39FE-294D-4DF3-8C81-E1072C748094}"/>
              </a:ext>
            </a:extLst>
          </p:cNvPr>
          <p:cNvSpPr>
            <a:spLocks noGrp="1"/>
          </p:cNvSpPr>
          <p:nvPr>
            <p:ph type="pic" sz="quarter" idx="58" hasCustomPrompt="1"/>
          </p:nvPr>
        </p:nvSpPr>
        <p:spPr>
          <a:xfrm>
            <a:off x="4119392" y="1520596"/>
            <a:ext cx="1412050" cy="1147276"/>
          </a:xfrm>
          <a:prstGeom prst="rect">
            <a:avLst/>
          </a:prstGeom>
        </p:spPr>
        <p:txBody>
          <a:bodyPr/>
          <a:lstStyle>
            <a:lvl1pPr marL="0" indent="0" algn="ctr">
              <a:buNone/>
              <a:defRPr/>
            </a:lvl1pPr>
          </a:lstStyle>
          <a:p>
            <a:r>
              <a:rPr lang="en-US" dirty="0"/>
              <a:t>Click to add photo</a:t>
            </a:r>
          </a:p>
        </p:txBody>
      </p:sp>
      <p:sp>
        <p:nvSpPr>
          <p:cNvPr id="62" name="Text Placeholder 17">
            <a:extLst>
              <a:ext uri="{FF2B5EF4-FFF2-40B4-BE49-F238E27FC236}">
                <a16:creationId xmlns:a16="http://schemas.microsoft.com/office/drawing/2014/main" id="{1707D82F-527A-4E2B-A75C-1AAA60F6634B}"/>
              </a:ext>
            </a:extLst>
          </p:cNvPr>
          <p:cNvSpPr>
            <a:spLocks noGrp="1"/>
          </p:cNvSpPr>
          <p:nvPr>
            <p:ph type="body" sz="quarter" idx="61" hasCustomPrompt="1"/>
          </p:nvPr>
        </p:nvSpPr>
        <p:spPr>
          <a:xfrm>
            <a:off x="3791533" y="2674147"/>
            <a:ext cx="2069691" cy="476403"/>
          </a:xfrm>
          <a:prstGeom prst="rect">
            <a:avLst/>
          </a:prstGeom>
        </p:spPr>
        <p:txBody>
          <a:bodyPr anchor="b"/>
          <a:lstStyle>
            <a:lvl1pPr marL="0" indent="0" algn="ctr">
              <a:buNone/>
              <a:defRPr sz="1600" cap="all" spc="200" baseline="0">
                <a:solidFill>
                  <a:schemeClr val="bg1"/>
                </a:solidFill>
                <a:latin typeface="+mj-lt"/>
              </a:defRPr>
            </a:lvl1pPr>
          </a:lstStyle>
          <a:p>
            <a:pPr lvl="0"/>
            <a:r>
              <a:rPr lang="en-US" dirty="0"/>
              <a:t>Click to add name</a:t>
            </a:r>
          </a:p>
        </p:txBody>
      </p:sp>
      <p:sp>
        <p:nvSpPr>
          <p:cNvPr id="63" name="Text Placeholder 17">
            <a:extLst>
              <a:ext uri="{FF2B5EF4-FFF2-40B4-BE49-F238E27FC236}">
                <a16:creationId xmlns:a16="http://schemas.microsoft.com/office/drawing/2014/main" id="{5BBF407E-9CF1-4FD6-B672-644EDFEDD639}"/>
              </a:ext>
            </a:extLst>
          </p:cNvPr>
          <p:cNvSpPr>
            <a:spLocks noGrp="1"/>
          </p:cNvSpPr>
          <p:nvPr>
            <p:ph type="body" sz="quarter" idx="62" hasCustomPrompt="1"/>
          </p:nvPr>
        </p:nvSpPr>
        <p:spPr>
          <a:xfrm>
            <a:off x="3791533" y="3149590"/>
            <a:ext cx="2069691" cy="573222"/>
          </a:xfrm>
          <a:prstGeom prst="rect">
            <a:avLst/>
          </a:prstGeom>
        </p:spPr>
        <p:txBody>
          <a:bodyPr/>
          <a:lstStyle>
            <a:lvl1pPr marL="0" indent="0" algn="ctr">
              <a:lnSpc>
                <a:spcPct val="100000"/>
              </a:lnSpc>
              <a:buNone/>
              <a:defRPr sz="1200" b="0" i="0" cap="none" spc="100" baseline="0">
                <a:solidFill>
                  <a:schemeClr val="bg1"/>
                </a:solidFill>
              </a:defRPr>
            </a:lvl1pPr>
          </a:lstStyle>
          <a:p>
            <a:pPr lvl="0"/>
            <a:r>
              <a:rPr lang="en-US" dirty="0"/>
              <a:t>Click to add title</a:t>
            </a:r>
          </a:p>
        </p:txBody>
      </p:sp>
      <p:sp>
        <p:nvSpPr>
          <p:cNvPr id="60" name="Picture Placeholder 9">
            <a:extLst>
              <a:ext uri="{FF2B5EF4-FFF2-40B4-BE49-F238E27FC236}">
                <a16:creationId xmlns:a16="http://schemas.microsoft.com/office/drawing/2014/main" id="{1A3ECF3D-730A-4424-B01D-D8F4C0DA9491}"/>
              </a:ext>
            </a:extLst>
          </p:cNvPr>
          <p:cNvSpPr>
            <a:spLocks noGrp="1"/>
          </p:cNvSpPr>
          <p:nvPr>
            <p:ph type="pic" sz="quarter" idx="59" hasCustomPrompt="1"/>
          </p:nvPr>
        </p:nvSpPr>
        <p:spPr>
          <a:xfrm>
            <a:off x="6549002" y="1520596"/>
            <a:ext cx="1412049" cy="1147276"/>
          </a:xfrm>
          <a:prstGeom prst="rect">
            <a:avLst/>
          </a:prstGeom>
        </p:spPr>
        <p:txBody>
          <a:bodyPr/>
          <a:lstStyle>
            <a:lvl1pPr marL="0" indent="0" algn="ctr">
              <a:buNone/>
              <a:defRPr/>
            </a:lvl1pPr>
          </a:lstStyle>
          <a:p>
            <a:r>
              <a:rPr lang="en-US" dirty="0"/>
              <a:t>Click to add photo</a:t>
            </a:r>
          </a:p>
        </p:txBody>
      </p:sp>
      <p:sp>
        <p:nvSpPr>
          <p:cNvPr id="64" name="Text Placeholder 17">
            <a:extLst>
              <a:ext uri="{FF2B5EF4-FFF2-40B4-BE49-F238E27FC236}">
                <a16:creationId xmlns:a16="http://schemas.microsoft.com/office/drawing/2014/main" id="{225B5D42-F20D-409F-8623-A64142EC2C45}"/>
              </a:ext>
            </a:extLst>
          </p:cNvPr>
          <p:cNvSpPr>
            <a:spLocks noGrp="1"/>
          </p:cNvSpPr>
          <p:nvPr>
            <p:ph type="body" sz="quarter" idx="63" hasCustomPrompt="1"/>
          </p:nvPr>
        </p:nvSpPr>
        <p:spPr>
          <a:xfrm>
            <a:off x="6323796" y="2667872"/>
            <a:ext cx="2069691" cy="476403"/>
          </a:xfrm>
          <a:prstGeom prst="rect">
            <a:avLst/>
          </a:prstGeom>
        </p:spPr>
        <p:txBody>
          <a:bodyPr anchor="b"/>
          <a:lstStyle>
            <a:lvl1pPr marL="0" indent="0" algn="ctr">
              <a:buNone/>
              <a:defRPr sz="1600" cap="all" spc="200" baseline="0">
                <a:solidFill>
                  <a:schemeClr val="bg1"/>
                </a:solidFill>
                <a:latin typeface="+mj-lt"/>
              </a:defRPr>
            </a:lvl1pPr>
          </a:lstStyle>
          <a:p>
            <a:pPr lvl="0"/>
            <a:r>
              <a:rPr lang="en-US" dirty="0"/>
              <a:t>Click to add name</a:t>
            </a:r>
          </a:p>
        </p:txBody>
      </p:sp>
      <p:sp>
        <p:nvSpPr>
          <p:cNvPr id="65" name="Text Placeholder 17">
            <a:extLst>
              <a:ext uri="{FF2B5EF4-FFF2-40B4-BE49-F238E27FC236}">
                <a16:creationId xmlns:a16="http://schemas.microsoft.com/office/drawing/2014/main" id="{D20F4DBB-A572-46A8-A5B4-3BA6B7FC2B46}"/>
              </a:ext>
            </a:extLst>
          </p:cNvPr>
          <p:cNvSpPr>
            <a:spLocks noGrp="1"/>
          </p:cNvSpPr>
          <p:nvPr>
            <p:ph type="body" sz="quarter" idx="64" hasCustomPrompt="1"/>
          </p:nvPr>
        </p:nvSpPr>
        <p:spPr>
          <a:xfrm>
            <a:off x="6323796" y="3143315"/>
            <a:ext cx="2069691" cy="573222"/>
          </a:xfrm>
          <a:prstGeom prst="rect">
            <a:avLst/>
          </a:prstGeom>
        </p:spPr>
        <p:txBody>
          <a:bodyPr/>
          <a:lstStyle>
            <a:lvl1pPr marL="0" indent="0" algn="ctr">
              <a:lnSpc>
                <a:spcPct val="100000"/>
              </a:lnSpc>
              <a:buNone/>
              <a:defRPr sz="1200" b="0" i="0" cap="none" spc="100" baseline="0">
                <a:solidFill>
                  <a:schemeClr val="bg1"/>
                </a:solidFill>
              </a:defRPr>
            </a:lvl1pPr>
          </a:lstStyle>
          <a:p>
            <a:pPr lvl="0"/>
            <a:r>
              <a:rPr lang="en-US" dirty="0"/>
              <a:t>Click to add title</a:t>
            </a:r>
          </a:p>
        </p:txBody>
      </p:sp>
      <p:sp>
        <p:nvSpPr>
          <p:cNvPr id="61" name="Picture Placeholder 9">
            <a:extLst>
              <a:ext uri="{FF2B5EF4-FFF2-40B4-BE49-F238E27FC236}">
                <a16:creationId xmlns:a16="http://schemas.microsoft.com/office/drawing/2014/main" id="{91595987-3A61-4A00-9863-883E32AD8340}"/>
              </a:ext>
            </a:extLst>
          </p:cNvPr>
          <p:cNvSpPr>
            <a:spLocks noGrp="1"/>
          </p:cNvSpPr>
          <p:nvPr>
            <p:ph type="pic" sz="quarter" idx="60" hasCustomPrompt="1"/>
          </p:nvPr>
        </p:nvSpPr>
        <p:spPr>
          <a:xfrm>
            <a:off x="9174860" y="1520596"/>
            <a:ext cx="1412049" cy="1147276"/>
          </a:xfrm>
          <a:prstGeom prst="rect">
            <a:avLst/>
          </a:prstGeom>
        </p:spPr>
        <p:txBody>
          <a:bodyPr/>
          <a:lstStyle>
            <a:lvl1pPr marL="0" indent="0" algn="ctr">
              <a:buNone/>
              <a:defRPr/>
            </a:lvl1pPr>
          </a:lstStyle>
          <a:p>
            <a:r>
              <a:rPr lang="en-US" dirty="0"/>
              <a:t>Click to add photo</a:t>
            </a:r>
          </a:p>
        </p:txBody>
      </p:sp>
      <p:sp>
        <p:nvSpPr>
          <p:cNvPr id="66" name="Text Placeholder 17">
            <a:extLst>
              <a:ext uri="{FF2B5EF4-FFF2-40B4-BE49-F238E27FC236}">
                <a16:creationId xmlns:a16="http://schemas.microsoft.com/office/drawing/2014/main" id="{B38C024F-59AC-4BC0-9508-BEBF057E1A91}"/>
              </a:ext>
            </a:extLst>
          </p:cNvPr>
          <p:cNvSpPr>
            <a:spLocks noGrp="1"/>
          </p:cNvSpPr>
          <p:nvPr>
            <p:ph type="body" sz="quarter" idx="65" hasCustomPrompt="1"/>
          </p:nvPr>
        </p:nvSpPr>
        <p:spPr>
          <a:xfrm>
            <a:off x="8846039" y="2666912"/>
            <a:ext cx="2069691" cy="476403"/>
          </a:xfrm>
          <a:prstGeom prst="rect">
            <a:avLst/>
          </a:prstGeom>
        </p:spPr>
        <p:txBody>
          <a:bodyPr anchor="b"/>
          <a:lstStyle>
            <a:lvl1pPr marL="0" indent="0" algn="ctr">
              <a:buNone/>
              <a:defRPr sz="1600" cap="all" spc="200" baseline="0">
                <a:solidFill>
                  <a:schemeClr val="bg1"/>
                </a:solidFill>
                <a:latin typeface="+mj-lt"/>
              </a:defRPr>
            </a:lvl1pPr>
          </a:lstStyle>
          <a:p>
            <a:pPr lvl="0"/>
            <a:r>
              <a:rPr lang="en-US" dirty="0"/>
              <a:t>Click to add name</a:t>
            </a:r>
          </a:p>
        </p:txBody>
      </p:sp>
      <p:sp>
        <p:nvSpPr>
          <p:cNvPr id="67" name="Text Placeholder 17">
            <a:extLst>
              <a:ext uri="{FF2B5EF4-FFF2-40B4-BE49-F238E27FC236}">
                <a16:creationId xmlns:a16="http://schemas.microsoft.com/office/drawing/2014/main" id="{BDB9CAD8-A37F-40F0-9C11-F79C660A79D7}"/>
              </a:ext>
            </a:extLst>
          </p:cNvPr>
          <p:cNvSpPr>
            <a:spLocks noGrp="1"/>
          </p:cNvSpPr>
          <p:nvPr>
            <p:ph type="body" sz="quarter" idx="66" hasCustomPrompt="1"/>
          </p:nvPr>
        </p:nvSpPr>
        <p:spPr>
          <a:xfrm>
            <a:off x="8846039" y="3142355"/>
            <a:ext cx="2069691" cy="573222"/>
          </a:xfrm>
          <a:prstGeom prst="rect">
            <a:avLst/>
          </a:prstGeom>
        </p:spPr>
        <p:txBody>
          <a:bodyPr/>
          <a:lstStyle>
            <a:lvl1pPr marL="0" indent="0" algn="ctr">
              <a:lnSpc>
                <a:spcPct val="100000"/>
              </a:lnSpc>
              <a:buNone/>
              <a:defRPr sz="1200" b="0" i="0" cap="none" spc="100" baseline="0">
                <a:solidFill>
                  <a:schemeClr val="bg1"/>
                </a:solidFill>
              </a:defRPr>
            </a:lvl1pPr>
          </a:lstStyle>
          <a:p>
            <a:pPr lvl="0"/>
            <a:r>
              <a:rPr lang="en-US" dirty="0"/>
              <a:t>Click to add title</a:t>
            </a:r>
          </a:p>
        </p:txBody>
      </p:sp>
      <p:sp>
        <p:nvSpPr>
          <p:cNvPr id="38" name="Picture Placeholder 9">
            <a:extLst>
              <a:ext uri="{FF2B5EF4-FFF2-40B4-BE49-F238E27FC236}">
                <a16:creationId xmlns:a16="http://schemas.microsoft.com/office/drawing/2014/main" id="{4CC2980B-7671-4F8C-BADD-CF2C88294E85}"/>
              </a:ext>
            </a:extLst>
          </p:cNvPr>
          <p:cNvSpPr>
            <a:spLocks noGrp="1"/>
          </p:cNvSpPr>
          <p:nvPr>
            <p:ph type="pic" sz="quarter" idx="40" hasCustomPrompt="1"/>
          </p:nvPr>
        </p:nvSpPr>
        <p:spPr>
          <a:xfrm>
            <a:off x="1620451" y="3853061"/>
            <a:ext cx="1412050" cy="1147276"/>
          </a:xfrm>
          <a:prstGeom prst="rect">
            <a:avLst/>
          </a:prstGeom>
        </p:spPr>
        <p:txBody>
          <a:bodyPr/>
          <a:lstStyle>
            <a:lvl1pPr marL="0" indent="0" algn="ctr">
              <a:buNone/>
              <a:defRPr/>
            </a:lvl1pPr>
          </a:lstStyle>
          <a:p>
            <a:r>
              <a:rPr lang="en-US" dirty="0"/>
              <a:t>Click to add photo</a:t>
            </a:r>
          </a:p>
        </p:txBody>
      </p:sp>
      <p:sp>
        <p:nvSpPr>
          <p:cNvPr id="30" name="Text Placeholder 17">
            <a:extLst>
              <a:ext uri="{FF2B5EF4-FFF2-40B4-BE49-F238E27FC236}">
                <a16:creationId xmlns:a16="http://schemas.microsoft.com/office/drawing/2014/main" id="{E962E00C-0CE9-4ED2-8C51-91478F777607}"/>
              </a:ext>
            </a:extLst>
          </p:cNvPr>
          <p:cNvSpPr>
            <a:spLocks noGrp="1"/>
          </p:cNvSpPr>
          <p:nvPr>
            <p:ph type="body" sz="quarter" idx="30" hasCustomPrompt="1"/>
          </p:nvPr>
        </p:nvSpPr>
        <p:spPr>
          <a:xfrm>
            <a:off x="1291631" y="5005522"/>
            <a:ext cx="2069691" cy="476403"/>
          </a:xfrm>
          <a:prstGeom prst="rect">
            <a:avLst/>
          </a:prstGeom>
        </p:spPr>
        <p:txBody>
          <a:bodyPr anchor="b"/>
          <a:lstStyle>
            <a:lvl1pPr marL="0" indent="0" algn="ctr">
              <a:buNone/>
              <a:defRPr sz="1600" cap="all" spc="200" baseline="0">
                <a:solidFill>
                  <a:schemeClr val="bg1"/>
                </a:solidFill>
                <a:latin typeface="+mj-lt"/>
              </a:defRPr>
            </a:lvl1pPr>
          </a:lstStyle>
          <a:p>
            <a:pPr lvl="0"/>
            <a:r>
              <a:rPr lang="en-US" dirty="0"/>
              <a:t>Click to add name</a:t>
            </a:r>
          </a:p>
        </p:txBody>
      </p:sp>
      <p:sp>
        <p:nvSpPr>
          <p:cNvPr id="31" name="Text Placeholder 17">
            <a:extLst>
              <a:ext uri="{FF2B5EF4-FFF2-40B4-BE49-F238E27FC236}">
                <a16:creationId xmlns:a16="http://schemas.microsoft.com/office/drawing/2014/main" id="{285E7C77-6013-467F-AA0B-DB65984B251D}"/>
              </a:ext>
            </a:extLst>
          </p:cNvPr>
          <p:cNvSpPr>
            <a:spLocks noGrp="1"/>
          </p:cNvSpPr>
          <p:nvPr>
            <p:ph type="body" sz="quarter" idx="31" hasCustomPrompt="1"/>
          </p:nvPr>
        </p:nvSpPr>
        <p:spPr>
          <a:xfrm>
            <a:off x="1291631" y="5480965"/>
            <a:ext cx="2069691" cy="556795"/>
          </a:xfrm>
          <a:prstGeom prst="rect">
            <a:avLst/>
          </a:prstGeom>
        </p:spPr>
        <p:txBody>
          <a:bodyPr/>
          <a:lstStyle>
            <a:lvl1pPr marL="0" indent="0" algn="ctr">
              <a:lnSpc>
                <a:spcPct val="100000"/>
              </a:lnSpc>
              <a:buNone/>
              <a:defRPr sz="1200" b="0" i="0" cap="none" spc="100" baseline="0">
                <a:solidFill>
                  <a:schemeClr val="bg1"/>
                </a:solidFill>
              </a:defRPr>
            </a:lvl1pPr>
          </a:lstStyle>
          <a:p>
            <a:pPr lvl="0"/>
            <a:r>
              <a:rPr lang="en-US" dirty="0"/>
              <a:t>Click to add title</a:t>
            </a:r>
          </a:p>
        </p:txBody>
      </p:sp>
      <p:sp>
        <p:nvSpPr>
          <p:cNvPr id="39" name="Picture Placeholder 9">
            <a:extLst>
              <a:ext uri="{FF2B5EF4-FFF2-40B4-BE49-F238E27FC236}">
                <a16:creationId xmlns:a16="http://schemas.microsoft.com/office/drawing/2014/main" id="{7D6F633A-FD80-4D2C-8476-8100D39C6B64}"/>
              </a:ext>
            </a:extLst>
          </p:cNvPr>
          <p:cNvSpPr>
            <a:spLocks noGrp="1"/>
          </p:cNvSpPr>
          <p:nvPr>
            <p:ph type="pic" sz="quarter" idx="41" hasCustomPrompt="1"/>
          </p:nvPr>
        </p:nvSpPr>
        <p:spPr>
          <a:xfrm>
            <a:off x="4119392" y="3853061"/>
            <a:ext cx="1412050" cy="1147276"/>
          </a:xfrm>
          <a:prstGeom prst="rect">
            <a:avLst/>
          </a:prstGeom>
        </p:spPr>
        <p:txBody>
          <a:bodyPr/>
          <a:lstStyle>
            <a:lvl1pPr marL="0" indent="0" algn="ctr">
              <a:buNone/>
              <a:defRPr/>
            </a:lvl1pPr>
          </a:lstStyle>
          <a:p>
            <a:r>
              <a:rPr lang="en-US" dirty="0"/>
              <a:t>Click to add photo</a:t>
            </a:r>
          </a:p>
        </p:txBody>
      </p:sp>
      <p:sp>
        <p:nvSpPr>
          <p:cNvPr id="50" name="Text Placeholder 17">
            <a:extLst>
              <a:ext uri="{FF2B5EF4-FFF2-40B4-BE49-F238E27FC236}">
                <a16:creationId xmlns:a16="http://schemas.microsoft.com/office/drawing/2014/main" id="{534B036E-ECDB-4305-8A01-66F6D547169A}"/>
              </a:ext>
            </a:extLst>
          </p:cNvPr>
          <p:cNvSpPr>
            <a:spLocks noGrp="1"/>
          </p:cNvSpPr>
          <p:nvPr>
            <p:ph type="body" sz="quarter" idx="49" hasCustomPrompt="1"/>
          </p:nvPr>
        </p:nvSpPr>
        <p:spPr>
          <a:xfrm>
            <a:off x="3791533" y="5006612"/>
            <a:ext cx="2069691" cy="476403"/>
          </a:xfrm>
          <a:prstGeom prst="rect">
            <a:avLst/>
          </a:prstGeom>
        </p:spPr>
        <p:txBody>
          <a:bodyPr anchor="b"/>
          <a:lstStyle>
            <a:lvl1pPr marL="0" indent="0" algn="ctr">
              <a:buNone/>
              <a:defRPr sz="1600" cap="all" spc="200" baseline="0">
                <a:solidFill>
                  <a:schemeClr val="bg1"/>
                </a:solidFill>
                <a:latin typeface="+mj-lt"/>
              </a:defRPr>
            </a:lvl1pPr>
          </a:lstStyle>
          <a:p>
            <a:pPr lvl="0"/>
            <a:r>
              <a:rPr lang="en-US" dirty="0"/>
              <a:t>Click to add name</a:t>
            </a:r>
          </a:p>
        </p:txBody>
      </p:sp>
      <p:sp>
        <p:nvSpPr>
          <p:cNvPr id="51" name="Text Placeholder 17">
            <a:extLst>
              <a:ext uri="{FF2B5EF4-FFF2-40B4-BE49-F238E27FC236}">
                <a16:creationId xmlns:a16="http://schemas.microsoft.com/office/drawing/2014/main" id="{F074C60B-FADB-4F44-B718-C0687D1D4367}"/>
              </a:ext>
            </a:extLst>
          </p:cNvPr>
          <p:cNvSpPr>
            <a:spLocks noGrp="1"/>
          </p:cNvSpPr>
          <p:nvPr>
            <p:ph type="body" sz="quarter" idx="50" hasCustomPrompt="1"/>
          </p:nvPr>
        </p:nvSpPr>
        <p:spPr>
          <a:xfrm>
            <a:off x="3791533" y="5482055"/>
            <a:ext cx="2069691" cy="556795"/>
          </a:xfrm>
          <a:prstGeom prst="rect">
            <a:avLst/>
          </a:prstGeom>
        </p:spPr>
        <p:txBody>
          <a:bodyPr/>
          <a:lstStyle>
            <a:lvl1pPr marL="0" indent="0" algn="ctr">
              <a:lnSpc>
                <a:spcPct val="100000"/>
              </a:lnSpc>
              <a:buNone/>
              <a:defRPr sz="1200" b="0" i="0" cap="none" spc="100" baseline="0">
                <a:solidFill>
                  <a:schemeClr val="bg1"/>
                </a:solidFill>
              </a:defRPr>
            </a:lvl1pPr>
          </a:lstStyle>
          <a:p>
            <a:pPr lvl="0"/>
            <a:r>
              <a:rPr lang="en-US" dirty="0"/>
              <a:t>Click to add title</a:t>
            </a:r>
          </a:p>
        </p:txBody>
      </p:sp>
      <p:sp>
        <p:nvSpPr>
          <p:cNvPr id="40" name="Picture Placeholder 9">
            <a:extLst>
              <a:ext uri="{FF2B5EF4-FFF2-40B4-BE49-F238E27FC236}">
                <a16:creationId xmlns:a16="http://schemas.microsoft.com/office/drawing/2014/main" id="{A34BA53B-3CF1-462B-979A-000E74575C14}"/>
              </a:ext>
            </a:extLst>
          </p:cNvPr>
          <p:cNvSpPr>
            <a:spLocks noGrp="1"/>
          </p:cNvSpPr>
          <p:nvPr>
            <p:ph type="pic" sz="quarter" idx="42" hasCustomPrompt="1"/>
          </p:nvPr>
        </p:nvSpPr>
        <p:spPr>
          <a:xfrm>
            <a:off x="6549002" y="3853061"/>
            <a:ext cx="1412049" cy="1147276"/>
          </a:xfrm>
          <a:prstGeom prst="rect">
            <a:avLst/>
          </a:prstGeom>
        </p:spPr>
        <p:txBody>
          <a:bodyPr/>
          <a:lstStyle>
            <a:lvl1pPr marL="0" indent="0" algn="ctr">
              <a:buNone/>
              <a:defRPr/>
            </a:lvl1pPr>
          </a:lstStyle>
          <a:p>
            <a:r>
              <a:rPr lang="en-US" dirty="0"/>
              <a:t>Click to add photo</a:t>
            </a:r>
          </a:p>
        </p:txBody>
      </p:sp>
      <p:sp>
        <p:nvSpPr>
          <p:cNvPr id="52" name="Text Placeholder 17">
            <a:extLst>
              <a:ext uri="{FF2B5EF4-FFF2-40B4-BE49-F238E27FC236}">
                <a16:creationId xmlns:a16="http://schemas.microsoft.com/office/drawing/2014/main" id="{B1AAC15F-0501-4CB6-BA46-F9C01D493E97}"/>
              </a:ext>
            </a:extLst>
          </p:cNvPr>
          <p:cNvSpPr>
            <a:spLocks noGrp="1"/>
          </p:cNvSpPr>
          <p:nvPr>
            <p:ph type="body" sz="quarter" idx="51" hasCustomPrompt="1"/>
          </p:nvPr>
        </p:nvSpPr>
        <p:spPr>
          <a:xfrm>
            <a:off x="6323796" y="5000337"/>
            <a:ext cx="2069691" cy="476403"/>
          </a:xfrm>
          <a:prstGeom prst="rect">
            <a:avLst/>
          </a:prstGeom>
        </p:spPr>
        <p:txBody>
          <a:bodyPr anchor="b"/>
          <a:lstStyle>
            <a:lvl1pPr marL="0" indent="0" algn="ctr">
              <a:buNone/>
              <a:defRPr sz="1600" cap="all" spc="200" baseline="0">
                <a:solidFill>
                  <a:schemeClr val="bg1"/>
                </a:solidFill>
                <a:latin typeface="+mj-lt"/>
              </a:defRPr>
            </a:lvl1pPr>
          </a:lstStyle>
          <a:p>
            <a:pPr lvl="0"/>
            <a:r>
              <a:rPr lang="en-US" dirty="0"/>
              <a:t>Click to add name</a:t>
            </a:r>
          </a:p>
        </p:txBody>
      </p:sp>
      <p:sp>
        <p:nvSpPr>
          <p:cNvPr id="53" name="Text Placeholder 17">
            <a:extLst>
              <a:ext uri="{FF2B5EF4-FFF2-40B4-BE49-F238E27FC236}">
                <a16:creationId xmlns:a16="http://schemas.microsoft.com/office/drawing/2014/main" id="{2C0B84A3-071D-46B3-B912-276ED1F152E9}"/>
              </a:ext>
            </a:extLst>
          </p:cNvPr>
          <p:cNvSpPr>
            <a:spLocks noGrp="1"/>
          </p:cNvSpPr>
          <p:nvPr>
            <p:ph type="body" sz="quarter" idx="52" hasCustomPrompt="1"/>
          </p:nvPr>
        </p:nvSpPr>
        <p:spPr>
          <a:xfrm>
            <a:off x="6323796" y="5475780"/>
            <a:ext cx="2069691" cy="556795"/>
          </a:xfrm>
          <a:prstGeom prst="rect">
            <a:avLst/>
          </a:prstGeom>
        </p:spPr>
        <p:txBody>
          <a:bodyPr/>
          <a:lstStyle>
            <a:lvl1pPr marL="0" indent="0" algn="ctr">
              <a:lnSpc>
                <a:spcPct val="100000"/>
              </a:lnSpc>
              <a:buNone/>
              <a:defRPr sz="1200" b="0" i="0" cap="none" spc="100" baseline="0">
                <a:solidFill>
                  <a:schemeClr val="bg1"/>
                </a:solidFill>
              </a:defRPr>
            </a:lvl1pPr>
          </a:lstStyle>
          <a:p>
            <a:pPr lvl="0"/>
            <a:r>
              <a:rPr lang="en-US" dirty="0"/>
              <a:t>Click to add title</a:t>
            </a:r>
          </a:p>
        </p:txBody>
      </p:sp>
      <p:sp>
        <p:nvSpPr>
          <p:cNvPr id="46" name="Picture Placeholder 9">
            <a:extLst>
              <a:ext uri="{FF2B5EF4-FFF2-40B4-BE49-F238E27FC236}">
                <a16:creationId xmlns:a16="http://schemas.microsoft.com/office/drawing/2014/main" id="{447CE363-8048-45D8-BC95-4E89354EF492}"/>
              </a:ext>
            </a:extLst>
          </p:cNvPr>
          <p:cNvSpPr>
            <a:spLocks noGrp="1"/>
          </p:cNvSpPr>
          <p:nvPr>
            <p:ph type="pic" sz="quarter" idx="48" hasCustomPrompt="1"/>
          </p:nvPr>
        </p:nvSpPr>
        <p:spPr>
          <a:xfrm>
            <a:off x="9174860" y="3853061"/>
            <a:ext cx="1412049" cy="1147276"/>
          </a:xfrm>
          <a:prstGeom prst="rect">
            <a:avLst/>
          </a:prstGeom>
        </p:spPr>
        <p:txBody>
          <a:bodyPr/>
          <a:lstStyle>
            <a:lvl1pPr marL="0" indent="0" algn="ctr">
              <a:buNone/>
              <a:defRPr/>
            </a:lvl1pPr>
          </a:lstStyle>
          <a:p>
            <a:r>
              <a:rPr lang="en-US" dirty="0"/>
              <a:t>Click to add photo</a:t>
            </a:r>
          </a:p>
        </p:txBody>
      </p:sp>
      <p:sp>
        <p:nvSpPr>
          <p:cNvPr id="54" name="Text Placeholder 17">
            <a:extLst>
              <a:ext uri="{FF2B5EF4-FFF2-40B4-BE49-F238E27FC236}">
                <a16:creationId xmlns:a16="http://schemas.microsoft.com/office/drawing/2014/main" id="{EEB77DBC-08C4-4B28-9828-330891407619}"/>
              </a:ext>
            </a:extLst>
          </p:cNvPr>
          <p:cNvSpPr>
            <a:spLocks noGrp="1"/>
          </p:cNvSpPr>
          <p:nvPr>
            <p:ph type="body" sz="quarter" idx="53" hasCustomPrompt="1"/>
          </p:nvPr>
        </p:nvSpPr>
        <p:spPr>
          <a:xfrm>
            <a:off x="8846039" y="4999377"/>
            <a:ext cx="2069691" cy="476403"/>
          </a:xfrm>
          <a:prstGeom prst="rect">
            <a:avLst/>
          </a:prstGeom>
        </p:spPr>
        <p:txBody>
          <a:bodyPr anchor="b"/>
          <a:lstStyle>
            <a:lvl1pPr marL="0" indent="0" algn="ctr">
              <a:buNone/>
              <a:defRPr sz="1600" cap="all" spc="200" baseline="0">
                <a:solidFill>
                  <a:schemeClr val="bg1"/>
                </a:solidFill>
                <a:latin typeface="+mj-lt"/>
              </a:defRPr>
            </a:lvl1pPr>
          </a:lstStyle>
          <a:p>
            <a:pPr lvl="0"/>
            <a:r>
              <a:rPr lang="en-US" dirty="0"/>
              <a:t>Click to add name</a:t>
            </a:r>
          </a:p>
        </p:txBody>
      </p:sp>
      <p:sp>
        <p:nvSpPr>
          <p:cNvPr id="55" name="Text Placeholder 17">
            <a:extLst>
              <a:ext uri="{FF2B5EF4-FFF2-40B4-BE49-F238E27FC236}">
                <a16:creationId xmlns:a16="http://schemas.microsoft.com/office/drawing/2014/main" id="{C4D2FA18-AB3C-482C-AA57-12C2463265A6}"/>
              </a:ext>
            </a:extLst>
          </p:cNvPr>
          <p:cNvSpPr>
            <a:spLocks noGrp="1"/>
          </p:cNvSpPr>
          <p:nvPr>
            <p:ph type="body" sz="quarter" idx="54" hasCustomPrompt="1"/>
          </p:nvPr>
        </p:nvSpPr>
        <p:spPr>
          <a:xfrm>
            <a:off x="8846039" y="5474820"/>
            <a:ext cx="2069691" cy="556795"/>
          </a:xfrm>
          <a:prstGeom prst="rect">
            <a:avLst/>
          </a:prstGeom>
        </p:spPr>
        <p:txBody>
          <a:bodyPr/>
          <a:lstStyle>
            <a:lvl1pPr marL="0" indent="0" algn="ctr">
              <a:lnSpc>
                <a:spcPct val="100000"/>
              </a:lnSpc>
              <a:buNone/>
              <a:defRPr sz="1200" b="0" i="0" cap="none" spc="100" baseline="0">
                <a:solidFill>
                  <a:schemeClr val="bg1"/>
                </a:solidFill>
              </a:defRPr>
            </a:lvl1pPr>
          </a:lstStyle>
          <a:p>
            <a:pPr lvl="0"/>
            <a:r>
              <a:rPr lang="en-US" dirty="0"/>
              <a:t>Click to add title</a:t>
            </a:r>
          </a:p>
        </p:txBody>
      </p:sp>
      <p:sp>
        <p:nvSpPr>
          <p:cNvPr id="7" name="Slide Number Placeholder 6">
            <a:extLst>
              <a:ext uri="{FF2B5EF4-FFF2-40B4-BE49-F238E27FC236}">
                <a16:creationId xmlns:a16="http://schemas.microsoft.com/office/drawing/2014/main" id="{485FF793-7D5A-4D82-9EB0-6D4ED7DE952A}"/>
              </a:ext>
            </a:extLst>
          </p:cNvPr>
          <p:cNvSpPr>
            <a:spLocks noGrp="1"/>
          </p:cNvSpPr>
          <p:nvPr>
            <p:ph type="sldNum" sz="quarter" idx="12"/>
          </p:nvPr>
        </p:nvSpPr>
        <p:spPr/>
        <p:txBody>
          <a:bodyPr/>
          <a:lstStyle>
            <a:lvl1pPr>
              <a:defRPr>
                <a:solidFill>
                  <a:schemeClr val="bg1"/>
                </a:solidFill>
              </a:defRPr>
            </a:lvl1pPr>
          </a:lstStyle>
          <a:p>
            <a:fld id="{7A9E80BB-C0DF-4F1B-8821-E3FD53412EFF}" type="slidenum">
              <a:rPr lang="en-US" smtClean="0"/>
              <a:pPr/>
              <a:t>‹#›</a:t>
            </a:fld>
            <a:endParaRPr lang="en-US" dirty="0"/>
          </a:p>
        </p:txBody>
      </p:sp>
      <p:sp>
        <p:nvSpPr>
          <p:cNvPr id="6" name="Footer Placeholder 5">
            <a:extLst>
              <a:ext uri="{FF2B5EF4-FFF2-40B4-BE49-F238E27FC236}">
                <a16:creationId xmlns:a16="http://schemas.microsoft.com/office/drawing/2014/main" id="{489EE964-1EA4-4134-AB68-1D151221340E}"/>
              </a:ext>
            </a:extLst>
          </p:cNvPr>
          <p:cNvSpPr>
            <a:spLocks noGrp="1"/>
          </p:cNvSpPr>
          <p:nvPr>
            <p:ph type="ftr" sz="quarter" idx="11"/>
          </p:nvPr>
        </p:nvSpPr>
        <p:spPr/>
        <p:txBody>
          <a:bodyPr/>
          <a:lstStyle>
            <a:lvl1pPr>
              <a:defRPr>
                <a:solidFill>
                  <a:schemeClr val="bg1"/>
                </a:solidFill>
              </a:defRPr>
            </a:lvl1pPr>
          </a:lstStyle>
          <a:p>
            <a:r>
              <a:rPr lang="en-US" dirty="0"/>
              <a:t>Presentation Title</a:t>
            </a:r>
          </a:p>
        </p:txBody>
      </p:sp>
      <p:sp>
        <p:nvSpPr>
          <p:cNvPr id="5" name="Date Placeholder 4">
            <a:extLst>
              <a:ext uri="{FF2B5EF4-FFF2-40B4-BE49-F238E27FC236}">
                <a16:creationId xmlns:a16="http://schemas.microsoft.com/office/drawing/2014/main" id="{F8DAF8D0-8415-4A9D-B4F5-92650ECA219C}"/>
              </a:ext>
            </a:extLst>
          </p:cNvPr>
          <p:cNvSpPr>
            <a:spLocks noGrp="1"/>
          </p:cNvSpPr>
          <p:nvPr>
            <p:ph type="dt" sz="half" idx="10"/>
          </p:nvPr>
        </p:nvSpPr>
        <p:spPr/>
        <p:txBody>
          <a:bodyPr/>
          <a:lstStyle>
            <a:lvl1pPr>
              <a:defRPr>
                <a:solidFill>
                  <a:schemeClr val="bg1"/>
                </a:solidFill>
              </a:defRPr>
            </a:lvl1pPr>
          </a:lstStyle>
          <a:p>
            <a:r>
              <a:rPr lang="en-US"/>
              <a:t>20XX</a:t>
            </a:r>
            <a:endParaRPr lang="en-US" dirty="0"/>
          </a:p>
        </p:txBody>
      </p:sp>
    </p:spTree>
    <p:extLst>
      <p:ext uri="{BB962C8B-B14F-4D97-AF65-F5344CB8AC3E}">
        <p14:creationId xmlns:p14="http://schemas.microsoft.com/office/powerpoint/2010/main" val="2112780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lan for Product Launch">
    <p:bg>
      <p:bgPr>
        <a:solidFill>
          <a:schemeClr val="accent4"/>
        </a:solidFill>
        <a:effectLst/>
      </p:bgPr>
    </p:bg>
    <p:spTree>
      <p:nvGrpSpPr>
        <p:cNvPr id="1" name=""/>
        <p:cNvGrpSpPr/>
        <p:nvPr/>
      </p:nvGrpSpPr>
      <p:grpSpPr>
        <a:xfrm>
          <a:off x="0" y="0"/>
          <a:ext cx="0" cy="0"/>
          <a:chOff x="0" y="0"/>
          <a:chExt cx="0" cy="0"/>
        </a:xfrm>
      </p:grpSpPr>
      <p:sp>
        <p:nvSpPr>
          <p:cNvPr id="45" name="Graphic 43">
            <a:extLst>
              <a:ext uri="{FF2B5EF4-FFF2-40B4-BE49-F238E27FC236}">
                <a16:creationId xmlns:a16="http://schemas.microsoft.com/office/drawing/2014/main" id="{D76CD6FD-D22D-437F-BDAE-7B3ECB0EF581}"/>
              </a:ext>
              <a:ext uri="{C183D7F6-B498-43B3-948B-1728B52AA6E4}">
                <adec:decorative xmlns:adec="http://schemas.microsoft.com/office/drawing/2017/decorative" val="1"/>
              </a:ext>
            </a:extLst>
          </p:cNvPr>
          <p:cNvSpPr/>
          <p:nvPr/>
        </p:nvSpPr>
        <p:spPr>
          <a:xfrm>
            <a:off x="4729937" y="0"/>
            <a:ext cx="7462063" cy="6858000"/>
          </a:xfrm>
          <a:custGeom>
            <a:avLst/>
            <a:gdLst>
              <a:gd name="connsiteX0" fmla="*/ 2766060 w 5591365"/>
              <a:gd name="connsiteY0" fmla="*/ 1566101 h 5138737"/>
              <a:gd name="connsiteX1" fmla="*/ 658749 w 5591365"/>
              <a:gd name="connsiteY1" fmla="*/ 2875979 h 5138737"/>
              <a:gd name="connsiteX2" fmla="*/ 0 w 5591365"/>
              <a:gd name="connsiteY2" fmla="*/ 4702016 h 5138737"/>
              <a:gd name="connsiteX3" fmla="*/ 26670 w 5591365"/>
              <a:gd name="connsiteY3" fmla="*/ 5138738 h 5138737"/>
              <a:gd name="connsiteX4" fmla="*/ 2675763 w 5591365"/>
              <a:gd name="connsiteY4" fmla="*/ 5138738 h 5138737"/>
              <a:gd name="connsiteX5" fmla="*/ 2481072 w 5591365"/>
              <a:gd name="connsiteY5" fmla="*/ 4439984 h 5138737"/>
              <a:gd name="connsiteX6" fmla="*/ 2804636 w 5591365"/>
              <a:gd name="connsiteY6" fmla="*/ 3584734 h 5138737"/>
              <a:gd name="connsiteX7" fmla="*/ 3798570 w 5591365"/>
              <a:gd name="connsiteY7" fmla="*/ 2814257 h 5138737"/>
              <a:gd name="connsiteX8" fmla="*/ 5378101 w 5591365"/>
              <a:gd name="connsiteY8" fmla="*/ 4717352 h 5138737"/>
              <a:gd name="connsiteX9" fmla="*/ 4949381 w 5591365"/>
              <a:gd name="connsiteY9" fmla="*/ 5138642 h 5138737"/>
              <a:gd name="connsiteX10" fmla="*/ 5591366 w 5591365"/>
              <a:gd name="connsiteY10" fmla="*/ 5138642 h 5138737"/>
              <a:gd name="connsiteX11" fmla="*/ 5591366 w 5591365"/>
              <a:gd name="connsiteY11" fmla="*/ 0 h 5138737"/>
              <a:gd name="connsiteX12" fmla="*/ 5397056 w 5591365"/>
              <a:gd name="connsiteY12" fmla="*/ 0 h 5138737"/>
              <a:gd name="connsiteX13" fmla="*/ 4684681 w 5591365"/>
              <a:gd name="connsiteY13" fmla="*/ 595217 h 5138737"/>
              <a:gd name="connsiteX14" fmla="*/ 4254627 w 5591365"/>
              <a:gd name="connsiteY14" fmla="*/ 0 h 5138737"/>
              <a:gd name="connsiteX15" fmla="*/ 1910620 w 5591365"/>
              <a:gd name="connsiteY15" fmla="*/ 0 h 5138737"/>
              <a:gd name="connsiteX16" fmla="*/ 2018633 w 5591365"/>
              <a:gd name="connsiteY16" fmla="*/ 314039 h 5138737"/>
              <a:gd name="connsiteX17" fmla="*/ 2766060 w 5591365"/>
              <a:gd name="connsiteY17" fmla="*/ 1566101 h 513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1365" h="5138737">
                <a:moveTo>
                  <a:pt x="2766060" y="1566101"/>
                </a:moveTo>
                <a:cubicBezTo>
                  <a:pt x="1800416" y="1946243"/>
                  <a:pt x="1097947" y="2382869"/>
                  <a:pt x="658749" y="2875979"/>
                </a:cubicBezTo>
                <a:cubicBezTo>
                  <a:pt x="219551" y="3368993"/>
                  <a:pt x="0" y="3977735"/>
                  <a:pt x="0" y="4702016"/>
                </a:cubicBezTo>
                <a:cubicBezTo>
                  <a:pt x="0" y="4853178"/>
                  <a:pt x="9049" y="4998720"/>
                  <a:pt x="26670" y="5138738"/>
                </a:cubicBezTo>
                <a:lnTo>
                  <a:pt x="2675763" y="5138738"/>
                </a:lnTo>
                <a:cubicBezTo>
                  <a:pt x="2546033" y="4937951"/>
                  <a:pt x="2481072" y="4705065"/>
                  <a:pt x="2481072" y="4439984"/>
                </a:cubicBezTo>
                <a:cubicBezTo>
                  <a:pt x="2481072" y="4136898"/>
                  <a:pt x="2588990" y="3851815"/>
                  <a:pt x="2804636" y="3584734"/>
                </a:cubicBezTo>
                <a:cubicBezTo>
                  <a:pt x="3020378" y="3317653"/>
                  <a:pt x="3351657" y="3060764"/>
                  <a:pt x="3798570" y="2814257"/>
                </a:cubicBezTo>
                <a:lnTo>
                  <a:pt x="5378101" y="4717352"/>
                </a:lnTo>
                <a:cubicBezTo>
                  <a:pt x="5225510" y="4879181"/>
                  <a:pt x="5082635" y="5019580"/>
                  <a:pt x="4949381" y="5138642"/>
                </a:cubicBezTo>
                <a:lnTo>
                  <a:pt x="5591366" y="5138642"/>
                </a:lnTo>
                <a:lnTo>
                  <a:pt x="5591366" y="0"/>
                </a:lnTo>
                <a:lnTo>
                  <a:pt x="5397056" y="0"/>
                </a:lnTo>
                <a:cubicBezTo>
                  <a:pt x="5226368" y="200978"/>
                  <a:pt x="4988910" y="399383"/>
                  <a:pt x="4684681" y="595217"/>
                </a:cubicBezTo>
                <a:cubicBezTo>
                  <a:pt x="4507230" y="377000"/>
                  <a:pt x="4364070" y="178689"/>
                  <a:pt x="4254627" y="0"/>
                </a:cubicBezTo>
                <a:lnTo>
                  <a:pt x="1910620" y="0"/>
                </a:lnTo>
                <a:cubicBezTo>
                  <a:pt x="1941005" y="105728"/>
                  <a:pt x="1976914" y="210407"/>
                  <a:pt x="2018633" y="314039"/>
                </a:cubicBezTo>
                <a:cubicBezTo>
                  <a:pt x="2172748" y="696754"/>
                  <a:pt x="2421922" y="1114044"/>
                  <a:pt x="2766060" y="1566101"/>
                </a:cubicBezTo>
                <a:close/>
              </a:path>
            </a:pathLst>
          </a:custGeom>
          <a:solidFill>
            <a:schemeClr val="accent3">
              <a:lumMod val="60000"/>
              <a:lumOff val="40000"/>
              <a:alpha val="10000"/>
            </a:schemeClr>
          </a:solidFill>
          <a:ln w="9525" cap="flat">
            <a:noFill/>
            <a:prstDash val="solid"/>
            <a:miter/>
          </a:ln>
        </p:spPr>
        <p:txBody>
          <a:bodyPr rtlCol="0" anchor="ctr"/>
          <a:lstStyle/>
          <a:p>
            <a:endParaRPr lang="en-US" dirty="0"/>
          </a:p>
        </p:txBody>
      </p:sp>
      <p:sp>
        <p:nvSpPr>
          <p:cNvPr id="7" name="Rectangle 6">
            <a:extLst>
              <a:ext uri="{FF2B5EF4-FFF2-40B4-BE49-F238E27FC236}">
                <a16:creationId xmlns:a16="http://schemas.microsoft.com/office/drawing/2014/main" id="{C008A071-1D5B-4870-BDE1-3D78609407E6}"/>
              </a:ext>
              <a:ext uri="{C183D7F6-B498-43B3-948B-1728B52AA6E4}">
                <adec:decorative xmlns:adec="http://schemas.microsoft.com/office/drawing/2017/decorative" val="1"/>
              </a:ext>
            </a:extLst>
          </p:cNvPr>
          <p:cNvSpPr/>
          <p:nvPr userDrawn="1"/>
        </p:nvSpPr>
        <p:spPr>
          <a:xfrm>
            <a:off x="951982" y="1584731"/>
            <a:ext cx="1435618" cy="123952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5C4D3E7-34AF-4BBC-820B-B9D5B5582A03}"/>
              </a:ext>
              <a:ext uri="{C183D7F6-B498-43B3-948B-1728B52AA6E4}">
                <adec:decorative xmlns:adec="http://schemas.microsoft.com/office/drawing/2017/decorative" val="1"/>
              </a:ext>
            </a:extLst>
          </p:cNvPr>
          <p:cNvSpPr/>
          <p:nvPr userDrawn="1"/>
        </p:nvSpPr>
        <p:spPr>
          <a:xfrm>
            <a:off x="951982" y="3058235"/>
            <a:ext cx="1435618" cy="123952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F35B180-197F-4655-9DF9-6F97871FDF42}"/>
              </a:ext>
              <a:ext uri="{C183D7F6-B498-43B3-948B-1728B52AA6E4}">
                <adec:decorative xmlns:adec="http://schemas.microsoft.com/office/drawing/2017/decorative" val="1"/>
              </a:ext>
            </a:extLst>
          </p:cNvPr>
          <p:cNvSpPr/>
          <p:nvPr userDrawn="1"/>
        </p:nvSpPr>
        <p:spPr>
          <a:xfrm>
            <a:off x="951982" y="4531739"/>
            <a:ext cx="1435618" cy="12395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0E411CF-DDD5-47E6-AE48-6E78CED74992}"/>
              </a:ext>
              <a:ext uri="{C183D7F6-B498-43B3-948B-1728B52AA6E4}">
                <adec:decorative xmlns:adec="http://schemas.microsoft.com/office/drawing/2017/decorative" val="1"/>
              </a:ext>
            </a:extLst>
          </p:cNvPr>
          <p:cNvSpPr/>
          <p:nvPr userDrawn="1"/>
        </p:nvSpPr>
        <p:spPr>
          <a:xfrm>
            <a:off x="6298164" y="1584731"/>
            <a:ext cx="1435618" cy="123952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D1CE1B6-B343-4CB0-8870-8F3029C9402A}"/>
              </a:ext>
              <a:ext uri="{C183D7F6-B498-43B3-948B-1728B52AA6E4}">
                <adec:decorative xmlns:adec="http://schemas.microsoft.com/office/drawing/2017/decorative" val="1"/>
              </a:ext>
            </a:extLst>
          </p:cNvPr>
          <p:cNvSpPr/>
          <p:nvPr userDrawn="1"/>
        </p:nvSpPr>
        <p:spPr>
          <a:xfrm>
            <a:off x="6298164" y="3058235"/>
            <a:ext cx="1435618" cy="12395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24DF789-75CD-4A82-A55E-B3FA178A944C}"/>
              </a:ext>
            </a:extLst>
          </p:cNvPr>
          <p:cNvSpPr>
            <a:spLocks noGrp="1"/>
          </p:cNvSpPr>
          <p:nvPr>
            <p:ph type="title" hasCustomPrompt="1"/>
          </p:nvPr>
        </p:nvSpPr>
        <p:spPr>
          <a:xfrm>
            <a:off x="847531" y="521208"/>
            <a:ext cx="10302551" cy="535197"/>
          </a:xfrm>
          <a:prstGeom prst="rect">
            <a:avLst/>
          </a:prstGeom>
        </p:spPr>
        <p:txBody>
          <a:bodyPr/>
          <a:lstStyle>
            <a:lvl1pPr>
              <a:defRPr sz="3200" cap="all" spc="200" baseline="0">
                <a:solidFill>
                  <a:schemeClr val="bg1"/>
                </a:solidFill>
              </a:defRPr>
            </a:lvl1pPr>
          </a:lstStyle>
          <a:p>
            <a:r>
              <a:rPr lang="en-US" dirty="0"/>
              <a:t>Click to add title</a:t>
            </a:r>
          </a:p>
        </p:txBody>
      </p:sp>
      <p:sp>
        <p:nvSpPr>
          <p:cNvPr id="27" name="Text Placeholder 14">
            <a:extLst>
              <a:ext uri="{FF2B5EF4-FFF2-40B4-BE49-F238E27FC236}">
                <a16:creationId xmlns:a16="http://schemas.microsoft.com/office/drawing/2014/main" id="{8148E7C4-0020-4D4D-98B4-CF74932ABA7B}"/>
              </a:ext>
            </a:extLst>
          </p:cNvPr>
          <p:cNvSpPr>
            <a:spLocks noGrp="1"/>
          </p:cNvSpPr>
          <p:nvPr>
            <p:ph type="body" sz="quarter" idx="25" hasCustomPrompt="1"/>
          </p:nvPr>
        </p:nvSpPr>
        <p:spPr>
          <a:xfrm>
            <a:off x="951983" y="1584731"/>
            <a:ext cx="1435618" cy="1239520"/>
          </a:xfrm>
          <a:prstGeom prst="rect">
            <a:avLst/>
          </a:prstGeom>
        </p:spPr>
        <p:txBody>
          <a:bodyPr anchor="ctr">
            <a:noAutofit/>
          </a:bodyPr>
          <a:lstStyle>
            <a:lvl1pPr marL="0" indent="0" algn="ctr">
              <a:lnSpc>
                <a:spcPct val="100000"/>
              </a:lnSpc>
              <a:spcBef>
                <a:spcPts val="0"/>
              </a:spcBef>
              <a:buNone/>
              <a:defRPr sz="4000" b="0" i="0" cap="all" spc="200" baseline="0">
                <a:solidFill>
                  <a:schemeClr val="accent2">
                    <a:lumMod val="75000"/>
                  </a:schemeClr>
                </a:solidFill>
                <a:latin typeface="+mj-lt"/>
              </a:defRPr>
            </a:lvl1pPr>
          </a:lstStyle>
          <a:p>
            <a:pPr lvl="0"/>
            <a:r>
              <a:rPr lang="en-US" dirty="0"/>
              <a:t>Add #</a:t>
            </a:r>
          </a:p>
        </p:txBody>
      </p:sp>
      <p:sp>
        <p:nvSpPr>
          <p:cNvPr id="17" name="Text Placeholder 14">
            <a:extLst>
              <a:ext uri="{FF2B5EF4-FFF2-40B4-BE49-F238E27FC236}">
                <a16:creationId xmlns:a16="http://schemas.microsoft.com/office/drawing/2014/main" id="{B661FBF8-345F-44C0-8E07-2ADA2912EB31}"/>
              </a:ext>
            </a:extLst>
          </p:cNvPr>
          <p:cNvSpPr>
            <a:spLocks noGrp="1"/>
          </p:cNvSpPr>
          <p:nvPr>
            <p:ph type="body" sz="quarter" idx="13" hasCustomPrompt="1"/>
          </p:nvPr>
        </p:nvSpPr>
        <p:spPr>
          <a:xfrm>
            <a:off x="2578239" y="1530267"/>
            <a:ext cx="3365361" cy="365126"/>
          </a:xfrm>
          <a:prstGeom prst="rect">
            <a:avLst/>
          </a:prstGeom>
        </p:spPr>
        <p:txBody>
          <a:bodyPr>
            <a:normAutofit/>
          </a:bodyPr>
          <a:lstStyle>
            <a:lvl1pPr marL="0" indent="0" algn="l">
              <a:buNone/>
              <a:defRPr sz="2000" b="0" i="0" cap="all" spc="200" baseline="0">
                <a:solidFill>
                  <a:schemeClr val="bg1"/>
                </a:solidFill>
                <a:latin typeface="+mj-lt"/>
              </a:defRPr>
            </a:lvl1pPr>
          </a:lstStyle>
          <a:p>
            <a:pPr lvl="0"/>
            <a:r>
              <a:rPr lang="en-US" dirty="0"/>
              <a:t>Click to add subtitle here </a:t>
            </a:r>
          </a:p>
        </p:txBody>
      </p:sp>
      <p:sp>
        <p:nvSpPr>
          <p:cNvPr id="18" name="Text Placeholder 17">
            <a:extLst>
              <a:ext uri="{FF2B5EF4-FFF2-40B4-BE49-F238E27FC236}">
                <a16:creationId xmlns:a16="http://schemas.microsoft.com/office/drawing/2014/main" id="{F443AAEC-2D13-4AEA-B6F3-64CD19F5371C}"/>
              </a:ext>
            </a:extLst>
          </p:cNvPr>
          <p:cNvSpPr>
            <a:spLocks noGrp="1"/>
          </p:cNvSpPr>
          <p:nvPr>
            <p:ph type="body" sz="quarter" idx="16" hasCustomPrompt="1"/>
          </p:nvPr>
        </p:nvSpPr>
        <p:spPr>
          <a:xfrm>
            <a:off x="2578031" y="1798653"/>
            <a:ext cx="3365018" cy="1025598"/>
          </a:xfrm>
          <a:prstGeom prst="rect">
            <a:avLst/>
          </a:prstGeom>
        </p:spPr>
        <p:txBody>
          <a:bodyPr/>
          <a:lstStyle>
            <a:lvl1pPr marL="0" indent="0">
              <a:lnSpc>
                <a:spcPct val="125000"/>
              </a:lnSpc>
              <a:spcBef>
                <a:spcPts val="0"/>
              </a:spcBef>
              <a:spcAft>
                <a:spcPts val="0"/>
              </a:spcAft>
              <a:buFont typeface="Segoe UI Light" panose="020B0502040204020203" pitchFamily="34" charset="0"/>
              <a:buNone/>
              <a:defRPr sz="1600" spc="50" baseline="0">
                <a:solidFill>
                  <a:schemeClr val="bg1"/>
                </a:solidFill>
              </a:defRPr>
            </a:lvl1pPr>
          </a:lstStyle>
          <a:p>
            <a:pPr lvl="0"/>
            <a:r>
              <a:rPr lang="en-US" dirty="0"/>
              <a:t>Click to add text</a:t>
            </a:r>
          </a:p>
        </p:txBody>
      </p:sp>
      <p:sp>
        <p:nvSpPr>
          <p:cNvPr id="33" name="Text Placeholder 14">
            <a:extLst>
              <a:ext uri="{FF2B5EF4-FFF2-40B4-BE49-F238E27FC236}">
                <a16:creationId xmlns:a16="http://schemas.microsoft.com/office/drawing/2014/main" id="{E645377D-2B37-46EC-85C8-CA0175FE7C78}"/>
              </a:ext>
            </a:extLst>
          </p:cNvPr>
          <p:cNvSpPr>
            <a:spLocks noGrp="1"/>
          </p:cNvSpPr>
          <p:nvPr>
            <p:ph type="body" sz="quarter" idx="28" hasCustomPrompt="1"/>
          </p:nvPr>
        </p:nvSpPr>
        <p:spPr>
          <a:xfrm>
            <a:off x="6298439" y="1584731"/>
            <a:ext cx="1435618" cy="1239520"/>
          </a:xfrm>
          <a:prstGeom prst="rect">
            <a:avLst/>
          </a:prstGeom>
        </p:spPr>
        <p:txBody>
          <a:bodyPr anchor="ctr">
            <a:noAutofit/>
          </a:bodyPr>
          <a:lstStyle>
            <a:lvl1pPr marL="0" indent="0" algn="ctr">
              <a:lnSpc>
                <a:spcPct val="100000"/>
              </a:lnSpc>
              <a:spcBef>
                <a:spcPts val="0"/>
              </a:spcBef>
              <a:buNone/>
              <a:defRPr sz="4000" b="0" i="0" cap="all" spc="200" baseline="0">
                <a:solidFill>
                  <a:schemeClr val="accent2">
                    <a:lumMod val="75000"/>
                  </a:schemeClr>
                </a:solidFill>
                <a:latin typeface="+mj-lt"/>
              </a:defRPr>
            </a:lvl1pPr>
          </a:lstStyle>
          <a:p>
            <a:pPr lvl="0"/>
            <a:r>
              <a:rPr lang="en-US" dirty="0"/>
              <a:t>Add #</a:t>
            </a:r>
          </a:p>
        </p:txBody>
      </p:sp>
      <p:sp>
        <p:nvSpPr>
          <p:cNvPr id="23" name="Text Placeholder 14">
            <a:extLst>
              <a:ext uri="{FF2B5EF4-FFF2-40B4-BE49-F238E27FC236}">
                <a16:creationId xmlns:a16="http://schemas.microsoft.com/office/drawing/2014/main" id="{2BEF198A-8B55-4495-8E2C-7353D5ECB31F}"/>
              </a:ext>
            </a:extLst>
          </p:cNvPr>
          <p:cNvSpPr>
            <a:spLocks noGrp="1"/>
          </p:cNvSpPr>
          <p:nvPr>
            <p:ph type="body" sz="quarter" idx="21" hasCustomPrompt="1"/>
          </p:nvPr>
        </p:nvSpPr>
        <p:spPr>
          <a:xfrm>
            <a:off x="7922399" y="1530267"/>
            <a:ext cx="3365361" cy="365126"/>
          </a:xfrm>
          <a:prstGeom prst="rect">
            <a:avLst/>
          </a:prstGeom>
        </p:spPr>
        <p:txBody>
          <a:bodyPr>
            <a:normAutofit/>
          </a:bodyPr>
          <a:lstStyle>
            <a:lvl1pPr marL="0" indent="0" algn="l">
              <a:buNone/>
              <a:defRPr sz="2000" b="0" i="0" cap="all" spc="200" baseline="0">
                <a:solidFill>
                  <a:schemeClr val="bg1"/>
                </a:solidFill>
                <a:latin typeface="+mj-lt"/>
              </a:defRPr>
            </a:lvl1pPr>
          </a:lstStyle>
          <a:p>
            <a:pPr lvl="0"/>
            <a:r>
              <a:rPr lang="en-US" dirty="0"/>
              <a:t>Click to add subtitle here </a:t>
            </a:r>
          </a:p>
        </p:txBody>
      </p:sp>
      <p:sp>
        <p:nvSpPr>
          <p:cNvPr id="24" name="Text Placeholder 17">
            <a:extLst>
              <a:ext uri="{FF2B5EF4-FFF2-40B4-BE49-F238E27FC236}">
                <a16:creationId xmlns:a16="http://schemas.microsoft.com/office/drawing/2014/main" id="{C1789F23-CF61-46B6-8E1F-7AB61D2742D4}"/>
              </a:ext>
            </a:extLst>
          </p:cNvPr>
          <p:cNvSpPr>
            <a:spLocks noGrp="1"/>
          </p:cNvSpPr>
          <p:nvPr>
            <p:ph type="body" sz="quarter" idx="22" hasCustomPrompt="1"/>
          </p:nvPr>
        </p:nvSpPr>
        <p:spPr>
          <a:xfrm>
            <a:off x="7922191" y="1798653"/>
            <a:ext cx="3365018" cy="1025598"/>
          </a:xfrm>
          <a:prstGeom prst="rect">
            <a:avLst/>
          </a:prstGeom>
        </p:spPr>
        <p:txBody>
          <a:bodyPr/>
          <a:lstStyle>
            <a:lvl1pPr marL="0" indent="0">
              <a:lnSpc>
                <a:spcPct val="125000"/>
              </a:lnSpc>
              <a:spcBef>
                <a:spcPts val="0"/>
              </a:spcBef>
              <a:spcAft>
                <a:spcPts val="0"/>
              </a:spcAft>
              <a:buFont typeface="Segoe UI Light" panose="020B0502040204020203" pitchFamily="34" charset="0"/>
              <a:buNone/>
              <a:defRPr sz="1600" spc="50" baseline="0">
                <a:solidFill>
                  <a:schemeClr val="bg1"/>
                </a:solidFill>
              </a:defRPr>
            </a:lvl1pPr>
          </a:lstStyle>
          <a:p>
            <a:pPr lvl="0"/>
            <a:r>
              <a:rPr lang="en-US" dirty="0"/>
              <a:t>Click to add text</a:t>
            </a:r>
          </a:p>
        </p:txBody>
      </p:sp>
      <p:sp>
        <p:nvSpPr>
          <p:cNvPr id="31" name="Text Placeholder 14">
            <a:extLst>
              <a:ext uri="{FF2B5EF4-FFF2-40B4-BE49-F238E27FC236}">
                <a16:creationId xmlns:a16="http://schemas.microsoft.com/office/drawing/2014/main" id="{4F3E1A50-0136-4F59-B77E-5F459F00AF31}"/>
              </a:ext>
            </a:extLst>
          </p:cNvPr>
          <p:cNvSpPr>
            <a:spLocks noGrp="1"/>
          </p:cNvSpPr>
          <p:nvPr>
            <p:ph type="body" sz="quarter" idx="26" hasCustomPrompt="1"/>
          </p:nvPr>
        </p:nvSpPr>
        <p:spPr>
          <a:xfrm>
            <a:off x="951982" y="3058235"/>
            <a:ext cx="1435618" cy="1239520"/>
          </a:xfrm>
          <a:prstGeom prst="rect">
            <a:avLst/>
          </a:prstGeom>
        </p:spPr>
        <p:txBody>
          <a:bodyPr anchor="ctr">
            <a:noAutofit/>
          </a:bodyPr>
          <a:lstStyle>
            <a:lvl1pPr marL="0" indent="0" algn="ctr">
              <a:lnSpc>
                <a:spcPct val="100000"/>
              </a:lnSpc>
              <a:spcBef>
                <a:spcPts val="0"/>
              </a:spcBef>
              <a:buNone/>
              <a:defRPr sz="4000" b="0" i="0" cap="all" spc="200" baseline="0">
                <a:solidFill>
                  <a:schemeClr val="accent2">
                    <a:lumMod val="75000"/>
                  </a:schemeClr>
                </a:solidFill>
                <a:latin typeface="+mj-lt"/>
              </a:defRPr>
            </a:lvl1pPr>
          </a:lstStyle>
          <a:p>
            <a:pPr lvl="0"/>
            <a:r>
              <a:rPr lang="en-US" dirty="0"/>
              <a:t>Add #</a:t>
            </a:r>
          </a:p>
        </p:txBody>
      </p:sp>
      <p:sp>
        <p:nvSpPr>
          <p:cNvPr id="35" name="Text Placeholder 14">
            <a:extLst>
              <a:ext uri="{FF2B5EF4-FFF2-40B4-BE49-F238E27FC236}">
                <a16:creationId xmlns:a16="http://schemas.microsoft.com/office/drawing/2014/main" id="{0D867EC1-9F32-4507-9D3D-FD5C7065FB99}"/>
              </a:ext>
            </a:extLst>
          </p:cNvPr>
          <p:cNvSpPr>
            <a:spLocks noGrp="1"/>
          </p:cNvSpPr>
          <p:nvPr>
            <p:ph type="body" sz="quarter" idx="30" hasCustomPrompt="1"/>
          </p:nvPr>
        </p:nvSpPr>
        <p:spPr>
          <a:xfrm>
            <a:off x="2568798" y="3025216"/>
            <a:ext cx="3365361" cy="365126"/>
          </a:xfrm>
          <a:prstGeom prst="rect">
            <a:avLst/>
          </a:prstGeom>
        </p:spPr>
        <p:txBody>
          <a:bodyPr>
            <a:normAutofit/>
          </a:bodyPr>
          <a:lstStyle>
            <a:lvl1pPr marL="0" indent="0" algn="l">
              <a:buNone/>
              <a:defRPr sz="2000" b="0" i="0" cap="all" spc="200" baseline="0">
                <a:solidFill>
                  <a:schemeClr val="bg1"/>
                </a:solidFill>
                <a:latin typeface="+mj-lt"/>
              </a:defRPr>
            </a:lvl1pPr>
          </a:lstStyle>
          <a:p>
            <a:pPr lvl="0"/>
            <a:r>
              <a:rPr lang="en-US" dirty="0"/>
              <a:t>Click to add subtitle here </a:t>
            </a:r>
          </a:p>
        </p:txBody>
      </p:sp>
      <p:sp>
        <p:nvSpPr>
          <p:cNvPr id="36" name="Text Placeholder 17">
            <a:extLst>
              <a:ext uri="{FF2B5EF4-FFF2-40B4-BE49-F238E27FC236}">
                <a16:creationId xmlns:a16="http://schemas.microsoft.com/office/drawing/2014/main" id="{273B4FE0-4DD8-43E5-A806-A3B5C606560B}"/>
              </a:ext>
            </a:extLst>
          </p:cNvPr>
          <p:cNvSpPr>
            <a:spLocks noGrp="1"/>
          </p:cNvSpPr>
          <p:nvPr>
            <p:ph type="body" sz="quarter" idx="31" hasCustomPrompt="1"/>
          </p:nvPr>
        </p:nvSpPr>
        <p:spPr>
          <a:xfrm>
            <a:off x="2568590" y="3293602"/>
            <a:ext cx="3365018" cy="1003171"/>
          </a:xfrm>
          <a:prstGeom prst="rect">
            <a:avLst/>
          </a:prstGeom>
        </p:spPr>
        <p:txBody>
          <a:bodyPr/>
          <a:lstStyle>
            <a:lvl1pPr marL="0" indent="0">
              <a:lnSpc>
                <a:spcPct val="125000"/>
              </a:lnSpc>
              <a:spcBef>
                <a:spcPts val="0"/>
              </a:spcBef>
              <a:spcAft>
                <a:spcPts val="0"/>
              </a:spcAft>
              <a:buFont typeface="Segoe UI Light" panose="020B0502040204020203" pitchFamily="34" charset="0"/>
              <a:buNone/>
              <a:defRPr sz="1600" spc="50" baseline="0">
                <a:solidFill>
                  <a:schemeClr val="bg1"/>
                </a:solidFill>
              </a:defRPr>
            </a:lvl1pPr>
          </a:lstStyle>
          <a:p>
            <a:pPr lvl="0"/>
            <a:r>
              <a:rPr lang="en-US" dirty="0"/>
              <a:t>Click to add text</a:t>
            </a:r>
          </a:p>
        </p:txBody>
      </p:sp>
      <p:sp>
        <p:nvSpPr>
          <p:cNvPr id="34" name="Text Placeholder 14">
            <a:extLst>
              <a:ext uri="{FF2B5EF4-FFF2-40B4-BE49-F238E27FC236}">
                <a16:creationId xmlns:a16="http://schemas.microsoft.com/office/drawing/2014/main" id="{49B6558B-2AB2-4BB0-B77C-1E54894F068A}"/>
              </a:ext>
            </a:extLst>
          </p:cNvPr>
          <p:cNvSpPr>
            <a:spLocks noGrp="1"/>
          </p:cNvSpPr>
          <p:nvPr>
            <p:ph type="body" sz="quarter" idx="29" hasCustomPrompt="1"/>
          </p:nvPr>
        </p:nvSpPr>
        <p:spPr>
          <a:xfrm>
            <a:off x="6298438" y="3058235"/>
            <a:ext cx="1435618" cy="1239520"/>
          </a:xfrm>
          <a:prstGeom prst="rect">
            <a:avLst/>
          </a:prstGeom>
          <a:solidFill>
            <a:schemeClr val="accent3">
              <a:lumMod val="20000"/>
              <a:lumOff val="80000"/>
            </a:schemeClr>
          </a:solidFill>
        </p:spPr>
        <p:txBody>
          <a:bodyPr anchor="ctr">
            <a:noAutofit/>
          </a:bodyPr>
          <a:lstStyle>
            <a:lvl1pPr marL="0" indent="0" algn="ctr">
              <a:lnSpc>
                <a:spcPct val="100000"/>
              </a:lnSpc>
              <a:spcBef>
                <a:spcPts val="0"/>
              </a:spcBef>
              <a:buNone/>
              <a:defRPr sz="4000" b="0" i="0" cap="all" spc="200" baseline="0">
                <a:solidFill>
                  <a:schemeClr val="accent2">
                    <a:lumMod val="75000"/>
                  </a:schemeClr>
                </a:solidFill>
                <a:latin typeface="+mj-lt"/>
              </a:defRPr>
            </a:lvl1pPr>
          </a:lstStyle>
          <a:p>
            <a:pPr lvl="0"/>
            <a:r>
              <a:rPr lang="en-US" dirty="0"/>
              <a:t>ADD #</a:t>
            </a:r>
          </a:p>
        </p:txBody>
      </p:sp>
      <p:sp>
        <p:nvSpPr>
          <p:cNvPr id="37" name="Text Placeholder 14">
            <a:extLst>
              <a:ext uri="{FF2B5EF4-FFF2-40B4-BE49-F238E27FC236}">
                <a16:creationId xmlns:a16="http://schemas.microsoft.com/office/drawing/2014/main" id="{0AF68C32-9E9C-41F0-9ACB-81A5B8E0616F}"/>
              </a:ext>
            </a:extLst>
          </p:cNvPr>
          <p:cNvSpPr>
            <a:spLocks noGrp="1"/>
          </p:cNvSpPr>
          <p:nvPr>
            <p:ph type="body" sz="quarter" idx="32" hasCustomPrompt="1"/>
          </p:nvPr>
        </p:nvSpPr>
        <p:spPr>
          <a:xfrm>
            <a:off x="7912958" y="3025216"/>
            <a:ext cx="3365361" cy="365126"/>
          </a:xfrm>
          <a:prstGeom prst="rect">
            <a:avLst/>
          </a:prstGeom>
        </p:spPr>
        <p:txBody>
          <a:bodyPr>
            <a:normAutofit/>
          </a:bodyPr>
          <a:lstStyle>
            <a:lvl1pPr marL="0" indent="0" algn="l">
              <a:buNone/>
              <a:defRPr sz="2000" b="0" i="0" cap="all" spc="200" baseline="0">
                <a:solidFill>
                  <a:schemeClr val="bg1"/>
                </a:solidFill>
                <a:latin typeface="+mj-lt"/>
              </a:defRPr>
            </a:lvl1pPr>
          </a:lstStyle>
          <a:p>
            <a:pPr lvl="0"/>
            <a:r>
              <a:rPr lang="en-US" dirty="0"/>
              <a:t>Click to add subtitle here </a:t>
            </a:r>
          </a:p>
        </p:txBody>
      </p:sp>
      <p:sp>
        <p:nvSpPr>
          <p:cNvPr id="38" name="Text Placeholder 17">
            <a:extLst>
              <a:ext uri="{FF2B5EF4-FFF2-40B4-BE49-F238E27FC236}">
                <a16:creationId xmlns:a16="http://schemas.microsoft.com/office/drawing/2014/main" id="{B4555F9F-B048-4A3C-B1BD-6092008CEC17}"/>
              </a:ext>
            </a:extLst>
          </p:cNvPr>
          <p:cNvSpPr>
            <a:spLocks noGrp="1"/>
          </p:cNvSpPr>
          <p:nvPr>
            <p:ph type="body" sz="quarter" idx="33" hasCustomPrompt="1"/>
          </p:nvPr>
        </p:nvSpPr>
        <p:spPr>
          <a:xfrm>
            <a:off x="7912750" y="3293602"/>
            <a:ext cx="3365018" cy="1003171"/>
          </a:xfrm>
          <a:prstGeom prst="rect">
            <a:avLst/>
          </a:prstGeom>
        </p:spPr>
        <p:txBody>
          <a:bodyPr/>
          <a:lstStyle>
            <a:lvl1pPr marL="0" indent="0">
              <a:lnSpc>
                <a:spcPct val="125000"/>
              </a:lnSpc>
              <a:spcBef>
                <a:spcPts val="0"/>
              </a:spcBef>
              <a:spcAft>
                <a:spcPts val="0"/>
              </a:spcAft>
              <a:buFont typeface="Segoe UI Light" panose="020B0502040204020203" pitchFamily="34" charset="0"/>
              <a:buNone/>
              <a:defRPr sz="1600" spc="50" baseline="0">
                <a:solidFill>
                  <a:schemeClr val="bg1"/>
                </a:solidFill>
              </a:defRPr>
            </a:lvl1pPr>
          </a:lstStyle>
          <a:p>
            <a:pPr lvl="0"/>
            <a:r>
              <a:rPr lang="en-US" dirty="0"/>
              <a:t>Click to add text</a:t>
            </a:r>
          </a:p>
        </p:txBody>
      </p:sp>
      <p:sp>
        <p:nvSpPr>
          <p:cNvPr id="32" name="Text Placeholder 14">
            <a:extLst>
              <a:ext uri="{FF2B5EF4-FFF2-40B4-BE49-F238E27FC236}">
                <a16:creationId xmlns:a16="http://schemas.microsoft.com/office/drawing/2014/main" id="{F587FCAF-B449-43EB-AE84-1BF56D4ADA99}"/>
              </a:ext>
            </a:extLst>
          </p:cNvPr>
          <p:cNvSpPr>
            <a:spLocks noGrp="1"/>
          </p:cNvSpPr>
          <p:nvPr>
            <p:ph type="body" sz="quarter" idx="27" hasCustomPrompt="1"/>
          </p:nvPr>
        </p:nvSpPr>
        <p:spPr>
          <a:xfrm>
            <a:off x="951982" y="4531739"/>
            <a:ext cx="1435618" cy="1239520"/>
          </a:xfrm>
          <a:prstGeom prst="rect">
            <a:avLst/>
          </a:prstGeom>
          <a:solidFill>
            <a:schemeClr val="accent3">
              <a:lumMod val="20000"/>
              <a:lumOff val="80000"/>
            </a:schemeClr>
          </a:solidFill>
        </p:spPr>
        <p:txBody>
          <a:bodyPr anchor="ctr">
            <a:noAutofit/>
          </a:bodyPr>
          <a:lstStyle>
            <a:lvl1pPr marL="0" indent="0" algn="ctr">
              <a:lnSpc>
                <a:spcPct val="100000"/>
              </a:lnSpc>
              <a:spcBef>
                <a:spcPts val="0"/>
              </a:spcBef>
              <a:buNone/>
              <a:defRPr sz="4000" b="0" i="0" cap="all" spc="200" baseline="0">
                <a:solidFill>
                  <a:schemeClr val="accent2">
                    <a:lumMod val="75000"/>
                  </a:schemeClr>
                </a:solidFill>
                <a:latin typeface="+mj-lt"/>
              </a:defRPr>
            </a:lvl1pPr>
          </a:lstStyle>
          <a:p>
            <a:pPr lvl="0"/>
            <a:r>
              <a:rPr lang="en-US" dirty="0"/>
              <a:t>Add #</a:t>
            </a:r>
          </a:p>
        </p:txBody>
      </p:sp>
      <p:sp>
        <p:nvSpPr>
          <p:cNvPr id="39" name="Text Placeholder 14">
            <a:extLst>
              <a:ext uri="{FF2B5EF4-FFF2-40B4-BE49-F238E27FC236}">
                <a16:creationId xmlns:a16="http://schemas.microsoft.com/office/drawing/2014/main" id="{C2A235B5-899D-4620-B89E-715B10591A8C}"/>
              </a:ext>
            </a:extLst>
          </p:cNvPr>
          <p:cNvSpPr>
            <a:spLocks noGrp="1"/>
          </p:cNvSpPr>
          <p:nvPr>
            <p:ph type="body" sz="quarter" idx="34" hasCustomPrompt="1"/>
          </p:nvPr>
        </p:nvSpPr>
        <p:spPr>
          <a:xfrm>
            <a:off x="2563951" y="4494630"/>
            <a:ext cx="3365361" cy="365126"/>
          </a:xfrm>
          <a:prstGeom prst="rect">
            <a:avLst/>
          </a:prstGeom>
        </p:spPr>
        <p:txBody>
          <a:bodyPr>
            <a:normAutofit/>
          </a:bodyPr>
          <a:lstStyle>
            <a:lvl1pPr marL="0" indent="0" algn="l">
              <a:buNone/>
              <a:defRPr sz="2000" b="0" i="0" cap="all" spc="200" baseline="0">
                <a:solidFill>
                  <a:schemeClr val="bg1"/>
                </a:solidFill>
                <a:latin typeface="+mj-lt"/>
              </a:defRPr>
            </a:lvl1pPr>
          </a:lstStyle>
          <a:p>
            <a:pPr lvl="0"/>
            <a:r>
              <a:rPr lang="en-US" dirty="0"/>
              <a:t>Click to add subtitle here </a:t>
            </a:r>
          </a:p>
        </p:txBody>
      </p:sp>
      <p:sp>
        <p:nvSpPr>
          <p:cNvPr id="40" name="Text Placeholder 17">
            <a:extLst>
              <a:ext uri="{FF2B5EF4-FFF2-40B4-BE49-F238E27FC236}">
                <a16:creationId xmlns:a16="http://schemas.microsoft.com/office/drawing/2014/main" id="{7EA8C6DF-B88C-428A-90D8-86C317465F22}"/>
              </a:ext>
            </a:extLst>
          </p:cNvPr>
          <p:cNvSpPr>
            <a:spLocks noGrp="1"/>
          </p:cNvSpPr>
          <p:nvPr>
            <p:ph type="body" sz="quarter" idx="35" hasCustomPrompt="1"/>
          </p:nvPr>
        </p:nvSpPr>
        <p:spPr>
          <a:xfrm>
            <a:off x="2563743" y="4763016"/>
            <a:ext cx="3365018" cy="1003171"/>
          </a:xfrm>
          <a:prstGeom prst="rect">
            <a:avLst/>
          </a:prstGeom>
        </p:spPr>
        <p:txBody>
          <a:bodyPr/>
          <a:lstStyle>
            <a:lvl1pPr marL="0" indent="0">
              <a:lnSpc>
                <a:spcPct val="125000"/>
              </a:lnSpc>
              <a:spcBef>
                <a:spcPts val="0"/>
              </a:spcBef>
              <a:spcAft>
                <a:spcPts val="0"/>
              </a:spcAft>
              <a:buFont typeface="Segoe UI Light" panose="020B0502040204020203" pitchFamily="34" charset="0"/>
              <a:buNone/>
              <a:defRPr sz="1600" spc="50" baseline="0">
                <a:solidFill>
                  <a:schemeClr val="bg1"/>
                </a:solidFill>
              </a:defRPr>
            </a:lvl1pPr>
          </a:lstStyle>
          <a:p>
            <a:pPr lvl="0"/>
            <a:r>
              <a:rPr lang="en-US" dirty="0"/>
              <a:t>Click to add text</a:t>
            </a:r>
          </a:p>
        </p:txBody>
      </p:sp>
      <p:sp>
        <p:nvSpPr>
          <p:cNvPr id="6" name="Slide Number Placeholder 5">
            <a:extLst>
              <a:ext uri="{FF2B5EF4-FFF2-40B4-BE49-F238E27FC236}">
                <a16:creationId xmlns:a16="http://schemas.microsoft.com/office/drawing/2014/main" id="{7A3E0C1B-BDF6-473C-82EC-3298F22A65F2}"/>
              </a:ext>
            </a:extLst>
          </p:cNvPr>
          <p:cNvSpPr>
            <a:spLocks noGrp="1"/>
          </p:cNvSpPr>
          <p:nvPr>
            <p:ph type="sldNum" sz="quarter" idx="12"/>
          </p:nvPr>
        </p:nvSpPr>
        <p:spPr/>
        <p:txBody>
          <a:bodyPr/>
          <a:lstStyle>
            <a:lvl1pPr>
              <a:defRPr>
                <a:solidFill>
                  <a:schemeClr val="bg1"/>
                </a:solidFill>
              </a:defRPr>
            </a:lvl1pPr>
          </a:lstStyle>
          <a:p>
            <a:fld id="{7A9E80BB-C0DF-4F1B-8821-E3FD53412EFF}" type="slidenum">
              <a:rPr lang="en-US" smtClean="0"/>
              <a:pPr/>
              <a:t>‹#›</a:t>
            </a:fld>
            <a:endParaRPr lang="en-US" dirty="0"/>
          </a:p>
        </p:txBody>
      </p:sp>
      <p:sp>
        <p:nvSpPr>
          <p:cNvPr id="5" name="Footer Placeholder 4">
            <a:extLst>
              <a:ext uri="{FF2B5EF4-FFF2-40B4-BE49-F238E27FC236}">
                <a16:creationId xmlns:a16="http://schemas.microsoft.com/office/drawing/2014/main" id="{949F3231-43C6-49F7-B336-0E3A56D6DA26}"/>
              </a:ext>
            </a:extLst>
          </p:cNvPr>
          <p:cNvSpPr>
            <a:spLocks noGrp="1"/>
          </p:cNvSpPr>
          <p:nvPr>
            <p:ph type="ftr" sz="quarter" idx="11"/>
          </p:nvPr>
        </p:nvSpPr>
        <p:spPr/>
        <p:txBody>
          <a:bodyPr/>
          <a:lstStyle>
            <a:lvl1pPr>
              <a:defRPr>
                <a:solidFill>
                  <a:schemeClr val="bg1"/>
                </a:solidFill>
              </a:defRPr>
            </a:lvl1pPr>
          </a:lstStyle>
          <a:p>
            <a:r>
              <a:rPr lang="en-US" dirty="0"/>
              <a:t>Presentation Title</a:t>
            </a:r>
          </a:p>
        </p:txBody>
      </p:sp>
      <p:sp>
        <p:nvSpPr>
          <p:cNvPr id="4" name="Date Placeholder 3">
            <a:extLst>
              <a:ext uri="{FF2B5EF4-FFF2-40B4-BE49-F238E27FC236}">
                <a16:creationId xmlns:a16="http://schemas.microsoft.com/office/drawing/2014/main" id="{5E41B9FC-FE60-4D5B-A7C5-BE8486B61C9E}"/>
              </a:ext>
            </a:extLst>
          </p:cNvPr>
          <p:cNvSpPr>
            <a:spLocks noGrp="1"/>
          </p:cNvSpPr>
          <p:nvPr>
            <p:ph type="dt" sz="half" idx="10"/>
          </p:nvPr>
        </p:nvSpPr>
        <p:spPr/>
        <p:txBody>
          <a:bodyPr/>
          <a:lstStyle>
            <a:lvl1pPr>
              <a:defRPr>
                <a:solidFill>
                  <a:schemeClr val="bg1"/>
                </a:solidFill>
              </a:defRPr>
            </a:lvl1pPr>
          </a:lstStyle>
          <a:p>
            <a:r>
              <a:rPr lang="en-US"/>
              <a:t>20XX</a:t>
            </a:r>
            <a:endParaRPr lang="en-US" dirty="0"/>
          </a:p>
        </p:txBody>
      </p:sp>
    </p:spTree>
    <p:extLst>
      <p:ext uri="{BB962C8B-B14F-4D97-AF65-F5344CB8AC3E}">
        <p14:creationId xmlns:p14="http://schemas.microsoft.com/office/powerpoint/2010/main" val="930088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bg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E419E45-DB97-4DFC-BDE1-B4AD51B0138D}"/>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tretch>
            <a:fillRect/>
          </a:stretch>
        </p:blipFill>
        <p:spPr>
          <a:xfrm>
            <a:off x="-1" y="1503644"/>
            <a:ext cx="12192001" cy="5364865"/>
          </a:xfrm>
          <a:prstGeom prst="rect">
            <a:avLst/>
          </a:prstGeom>
        </p:spPr>
      </p:pic>
      <p:sp>
        <p:nvSpPr>
          <p:cNvPr id="9" name="Title 8">
            <a:extLst>
              <a:ext uri="{FF2B5EF4-FFF2-40B4-BE49-F238E27FC236}">
                <a16:creationId xmlns:a16="http://schemas.microsoft.com/office/drawing/2014/main" id="{281C62C9-FFA2-4AEE-8FC3-A4DAEFE2747A}"/>
              </a:ext>
            </a:extLst>
          </p:cNvPr>
          <p:cNvSpPr>
            <a:spLocks noGrp="1"/>
          </p:cNvSpPr>
          <p:nvPr>
            <p:ph type="title" hasCustomPrompt="1"/>
          </p:nvPr>
        </p:nvSpPr>
        <p:spPr>
          <a:xfrm>
            <a:off x="735562" y="514418"/>
            <a:ext cx="10515600" cy="501852"/>
          </a:xfrm>
          <a:prstGeom prst="rect">
            <a:avLst/>
          </a:prstGeom>
        </p:spPr>
        <p:txBody>
          <a:bodyPr/>
          <a:lstStyle>
            <a:lvl1pPr>
              <a:defRPr sz="3200" cap="all" spc="200" baseline="0">
                <a:solidFill>
                  <a:schemeClr val="accent1"/>
                </a:solidFill>
              </a:defRPr>
            </a:lvl1pPr>
          </a:lstStyle>
          <a:p>
            <a:r>
              <a:rPr lang="en-US" dirty="0"/>
              <a:t>Click to add title</a:t>
            </a:r>
          </a:p>
        </p:txBody>
      </p:sp>
      <p:sp>
        <p:nvSpPr>
          <p:cNvPr id="8" name="Content Placeholder 7">
            <a:extLst>
              <a:ext uri="{FF2B5EF4-FFF2-40B4-BE49-F238E27FC236}">
                <a16:creationId xmlns:a16="http://schemas.microsoft.com/office/drawing/2014/main" id="{E7AA5994-F868-4A06-B33A-66C8B51E9E51}"/>
              </a:ext>
            </a:extLst>
          </p:cNvPr>
          <p:cNvSpPr>
            <a:spLocks noGrp="1"/>
          </p:cNvSpPr>
          <p:nvPr>
            <p:ph sz="quarter" idx="15" hasCustomPrompt="1"/>
          </p:nvPr>
        </p:nvSpPr>
        <p:spPr>
          <a:xfrm>
            <a:off x="838200" y="1495425"/>
            <a:ext cx="10515600" cy="4649788"/>
          </a:xfrm>
          <a:prstGeom prst="rect">
            <a:avLst/>
          </a:prstGeo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a:t>
            </a:r>
            <a:r>
              <a:rPr lang="en-US" dirty="0" err="1"/>
              <a:t>contentgffg</a:t>
            </a:r>
            <a:endParaRPr lang="en-US" dirty="0"/>
          </a:p>
        </p:txBody>
      </p:sp>
      <p:sp>
        <p:nvSpPr>
          <p:cNvPr id="6" name="Slide Number Placeholder 5">
            <a:extLst>
              <a:ext uri="{FF2B5EF4-FFF2-40B4-BE49-F238E27FC236}">
                <a16:creationId xmlns:a16="http://schemas.microsoft.com/office/drawing/2014/main" id="{81A47C33-5A7A-4AED-9A52-3C23B79C6F2E}"/>
              </a:ext>
            </a:extLst>
          </p:cNvPr>
          <p:cNvSpPr>
            <a:spLocks noGrp="1"/>
          </p:cNvSpPr>
          <p:nvPr>
            <p:ph type="sldNum" sz="quarter" idx="12"/>
          </p:nvPr>
        </p:nvSpPr>
        <p:spPr/>
        <p:txBody>
          <a:bodyPr/>
          <a:lstStyle>
            <a:lvl1pPr>
              <a:defRPr>
                <a:solidFill>
                  <a:schemeClr val="bg1"/>
                </a:solidFill>
              </a:defRPr>
            </a:lvl1pPr>
          </a:lstStyle>
          <a:p>
            <a:fld id="{7A9E80BB-C0DF-4F1B-8821-E3FD53412EFF}" type="slidenum">
              <a:rPr lang="en-US" smtClean="0"/>
              <a:pPr/>
              <a:t>‹#›</a:t>
            </a:fld>
            <a:endParaRPr lang="en-US" dirty="0"/>
          </a:p>
        </p:txBody>
      </p:sp>
      <p:sp>
        <p:nvSpPr>
          <p:cNvPr id="5" name="Footer Placeholder 4">
            <a:extLst>
              <a:ext uri="{FF2B5EF4-FFF2-40B4-BE49-F238E27FC236}">
                <a16:creationId xmlns:a16="http://schemas.microsoft.com/office/drawing/2014/main" id="{455DD258-4C4D-43B4-8A76-71FB3C4FC8C5}"/>
              </a:ext>
            </a:extLst>
          </p:cNvPr>
          <p:cNvSpPr>
            <a:spLocks noGrp="1"/>
          </p:cNvSpPr>
          <p:nvPr>
            <p:ph type="ftr" sz="quarter" idx="11"/>
          </p:nvPr>
        </p:nvSpPr>
        <p:spPr/>
        <p:txBody>
          <a:bodyPr/>
          <a:lstStyle>
            <a:lvl1pPr>
              <a:defRPr>
                <a:solidFill>
                  <a:schemeClr val="bg1"/>
                </a:solidFill>
              </a:defRPr>
            </a:lvl1pPr>
          </a:lstStyle>
          <a:p>
            <a:r>
              <a:rPr lang="en-US" dirty="0"/>
              <a:t>Presentation Title</a:t>
            </a:r>
          </a:p>
        </p:txBody>
      </p:sp>
      <p:sp>
        <p:nvSpPr>
          <p:cNvPr id="4" name="Date Placeholder 3">
            <a:extLst>
              <a:ext uri="{FF2B5EF4-FFF2-40B4-BE49-F238E27FC236}">
                <a16:creationId xmlns:a16="http://schemas.microsoft.com/office/drawing/2014/main" id="{C00DB112-1E48-4647-82C7-DB5A1769B585}"/>
              </a:ext>
            </a:extLst>
          </p:cNvPr>
          <p:cNvSpPr>
            <a:spLocks noGrp="1"/>
          </p:cNvSpPr>
          <p:nvPr>
            <p:ph type="dt" sz="half" idx="10"/>
          </p:nvPr>
        </p:nvSpPr>
        <p:spPr/>
        <p:txBody>
          <a:bodyPr/>
          <a:lstStyle>
            <a:lvl1pPr>
              <a:defRPr>
                <a:solidFill>
                  <a:schemeClr val="bg1"/>
                </a:solidFill>
              </a:defRPr>
            </a:lvl1pPr>
          </a:lstStyle>
          <a:p>
            <a:r>
              <a:rPr lang="en-US"/>
              <a:t>20XX</a:t>
            </a:r>
            <a:endParaRPr lang="en-US" dirty="0"/>
          </a:p>
        </p:txBody>
      </p:sp>
    </p:spTree>
    <p:extLst>
      <p:ext uri="{BB962C8B-B14F-4D97-AF65-F5344CB8AC3E}">
        <p14:creationId xmlns:p14="http://schemas.microsoft.com/office/powerpoint/2010/main" val="41459744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reas of Focus">
    <p:bg>
      <p:bgPr>
        <a:solidFill>
          <a:schemeClr val="accent4"/>
        </a:solidFill>
        <a:effectLst/>
      </p:bgPr>
    </p:bg>
    <p:spTree>
      <p:nvGrpSpPr>
        <p:cNvPr id="1" name=""/>
        <p:cNvGrpSpPr/>
        <p:nvPr/>
      </p:nvGrpSpPr>
      <p:grpSpPr>
        <a:xfrm>
          <a:off x="0" y="0"/>
          <a:ext cx="0" cy="0"/>
          <a:chOff x="0" y="0"/>
          <a:chExt cx="0" cy="0"/>
        </a:xfrm>
      </p:grpSpPr>
      <p:sp>
        <p:nvSpPr>
          <p:cNvPr id="13" name="Graphic 11">
            <a:extLst>
              <a:ext uri="{FF2B5EF4-FFF2-40B4-BE49-F238E27FC236}">
                <a16:creationId xmlns:a16="http://schemas.microsoft.com/office/drawing/2014/main" id="{EC3DDEF0-31D2-4F9A-BC90-624839FC6C2E}"/>
              </a:ext>
              <a:ext uri="{C183D7F6-B498-43B3-948B-1728B52AA6E4}">
                <adec:decorative xmlns:adec="http://schemas.microsoft.com/office/drawing/2017/decorative" val="1"/>
              </a:ext>
            </a:extLst>
          </p:cNvPr>
          <p:cNvSpPr/>
          <p:nvPr/>
        </p:nvSpPr>
        <p:spPr>
          <a:xfrm>
            <a:off x="2273204" y="0"/>
            <a:ext cx="7641807" cy="6858000"/>
          </a:xfrm>
          <a:custGeom>
            <a:avLst/>
            <a:gdLst>
              <a:gd name="connsiteX0" fmla="*/ 1545336 w 5726048"/>
              <a:gd name="connsiteY0" fmla="*/ 0 h 5138737"/>
              <a:gd name="connsiteX1" fmla="*/ 0 w 5726048"/>
              <a:gd name="connsiteY1" fmla="*/ 5138738 h 5138737"/>
              <a:gd name="connsiteX2" fmla="*/ 1837754 w 5726048"/>
              <a:gd name="connsiteY2" fmla="*/ 5138738 h 5138737"/>
              <a:gd name="connsiteX3" fmla="*/ 2697385 w 5726048"/>
              <a:gd name="connsiteY3" fmla="*/ 1510760 h 5138737"/>
              <a:gd name="connsiteX4" fmla="*/ 3593211 w 5726048"/>
              <a:gd name="connsiteY4" fmla="*/ 5138738 h 5138737"/>
              <a:gd name="connsiteX5" fmla="*/ 5726049 w 5726048"/>
              <a:gd name="connsiteY5" fmla="*/ 5138738 h 5138737"/>
              <a:gd name="connsiteX6" fmla="*/ 4256056 w 5726048"/>
              <a:gd name="connsiteY6" fmla="*/ 0 h 513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26048" h="5138737">
                <a:moveTo>
                  <a:pt x="1545336" y="0"/>
                </a:moveTo>
                <a:lnTo>
                  <a:pt x="0" y="5138738"/>
                </a:lnTo>
                <a:lnTo>
                  <a:pt x="1837754" y="5138738"/>
                </a:lnTo>
                <a:lnTo>
                  <a:pt x="2697385" y="1510760"/>
                </a:lnTo>
                <a:lnTo>
                  <a:pt x="3593211" y="5138738"/>
                </a:lnTo>
                <a:lnTo>
                  <a:pt x="5726049" y="5138738"/>
                </a:lnTo>
                <a:lnTo>
                  <a:pt x="4256056" y="0"/>
                </a:lnTo>
                <a:close/>
              </a:path>
            </a:pathLst>
          </a:custGeom>
          <a:solidFill>
            <a:schemeClr val="accent5">
              <a:alpha val="10000"/>
            </a:schemeClr>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FCD52DBD-FCE3-4200-8796-599AD76DB9FE}"/>
              </a:ext>
            </a:extLst>
          </p:cNvPr>
          <p:cNvSpPr>
            <a:spLocks noGrp="1"/>
          </p:cNvSpPr>
          <p:nvPr>
            <p:ph type="title" hasCustomPrompt="1"/>
          </p:nvPr>
        </p:nvSpPr>
        <p:spPr>
          <a:xfrm>
            <a:off x="856862" y="894716"/>
            <a:ext cx="10515600" cy="495300"/>
          </a:xfrm>
          <a:prstGeom prst="rect">
            <a:avLst/>
          </a:prstGeom>
        </p:spPr>
        <p:txBody>
          <a:bodyPr/>
          <a:lstStyle>
            <a:lvl1pPr algn="ctr">
              <a:defRPr sz="3200" cap="all" spc="200" baseline="0">
                <a:solidFill>
                  <a:schemeClr val="accent5"/>
                </a:solidFill>
              </a:defRPr>
            </a:lvl1pPr>
          </a:lstStyle>
          <a:p>
            <a:r>
              <a:rPr lang="en-US" dirty="0"/>
              <a:t>Click to add title</a:t>
            </a:r>
          </a:p>
        </p:txBody>
      </p:sp>
      <p:sp>
        <p:nvSpPr>
          <p:cNvPr id="6" name="Text Placeholder 14">
            <a:extLst>
              <a:ext uri="{FF2B5EF4-FFF2-40B4-BE49-F238E27FC236}">
                <a16:creationId xmlns:a16="http://schemas.microsoft.com/office/drawing/2014/main" id="{4275A5D8-FFDD-4BA1-A19F-78CC721D9007}"/>
              </a:ext>
            </a:extLst>
          </p:cNvPr>
          <p:cNvSpPr>
            <a:spLocks noGrp="1"/>
          </p:cNvSpPr>
          <p:nvPr>
            <p:ph type="body" sz="quarter" idx="13" hasCustomPrompt="1"/>
          </p:nvPr>
        </p:nvSpPr>
        <p:spPr>
          <a:xfrm>
            <a:off x="1270915" y="2215197"/>
            <a:ext cx="4376935" cy="422365"/>
          </a:xfrm>
          <a:prstGeom prst="rect">
            <a:avLst/>
          </a:prstGeom>
        </p:spPr>
        <p:txBody>
          <a:bodyPr>
            <a:normAutofit/>
          </a:bodyPr>
          <a:lstStyle>
            <a:lvl1pPr marL="0" indent="0" algn="l">
              <a:buNone/>
              <a:defRPr sz="2000" b="0" i="0" cap="all" spc="200" baseline="0">
                <a:solidFill>
                  <a:schemeClr val="accent5"/>
                </a:solidFill>
                <a:latin typeface="+mj-lt"/>
              </a:defRPr>
            </a:lvl1pPr>
          </a:lstStyle>
          <a:p>
            <a:pPr lvl="0"/>
            <a:r>
              <a:rPr lang="en-US" dirty="0"/>
              <a:t>Click to add subtitle here </a:t>
            </a:r>
          </a:p>
        </p:txBody>
      </p:sp>
      <p:sp>
        <p:nvSpPr>
          <p:cNvPr id="8" name="Text Placeholder 17">
            <a:extLst>
              <a:ext uri="{FF2B5EF4-FFF2-40B4-BE49-F238E27FC236}">
                <a16:creationId xmlns:a16="http://schemas.microsoft.com/office/drawing/2014/main" id="{0916AEE1-7FDC-405E-B7F8-C3A7FEBD07AE}"/>
              </a:ext>
            </a:extLst>
          </p:cNvPr>
          <p:cNvSpPr>
            <a:spLocks noGrp="1"/>
          </p:cNvSpPr>
          <p:nvPr>
            <p:ph type="body" sz="quarter" idx="16" hasCustomPrompt="1"/>
          </p:nvPr>
        </p:nvSpPr>
        <p:spPr>
          <a:xfrm>
            <a:off x="1270707" y="2637562"/>
            <a:ext cx="4376489" cy="3325723"/>
          </a:xfrm>
          <a:prstGeom prst="rect">
            <a:avLst/>
          </a:prstGeom>
        </p:spPr>
        <p:txBody>
          <a:bodyPr/>
          <a:lstStyle>
            <a:lvl1pPr marL="0" indent="0">
              <a:lnSpc>
                <a:spcPct val="125000"/>
              </a:lnSpc>
              <a:spcBef>
                <a:spcPts val="1000"/>
              </a:spcBef>
              <a:spcAft>
                <a:spcPts val="0"/>
              </a:spcAft>
              <a:buFont typeface="Segoe UI Light" panose="020B0502040204020203" pitchFamily="34" charset="0"/>
              <a:buNone/>
              <a:defRPr sz="1600" spc="50" baseline="0">
                <a:solidFill>
                  <a:schemeClr val="bg1"/>
                </a:solidFill>
              </a:defRPr>
            </a:lvl1pPr>
          </a:lstStyle>
          <a:p>
            <a:pPr lvl="0"/>
            <a:r>
              <a:rPr lang="en-US" dirty="0"/>
              <a:t>Click to add text</a:t>
            </a:r>
          </a:p>
        </p:txBody>
      </p:sp>
      <p:sp>
        <p:nvSpPr>
          <p:cNvPr id="7" name="Text Placeholder 14">
            <a:extLst>
              <a:ext uri="{FF2B5EF4-FFF2-40B4-BE49-F238E27FC236}">
                <a16:creationId xmlns:a16="http://schemas.microsoft.com/office/drawing/2014/main" id="{C244466E-4E38-43BC-A275-2E83B5987573}"/>
              </a:ext>
            </a:extLst>
          </p:cNvPr>
          <p:cNvSpPr>
            <a:spLocks noGrp="1"/>
          </p:cNvSpPr>
          <p:nvPr>
            <p:ph type="body" sz="quarter" idx="15" hasCustomPrompt="1"/>
          </p:nvPr>
        </p:nvSpPr>
        <p:spPr>
          <a:xfrm>
            <a:off x="6573464" y="2215196"/>
            <a:ext cx="4376935" cy="422365"/>
          </a:xfrm>
          <a:prstGeom prst="rect">
            <a:avLst/>
          </a:prstGeom>
        </p:spPr>
        <p:txBody>
          <a:bodyPr>
            <a:normAutofit/>
          </a:bodyPr>
          <a:lstStyle>
            <a:lvl1pPr marL="0" indent="0" algn="l">
              <a:buNone/>
              <a:defRPr sz="2000" b="0" i="0" cap="all" spc="200" baseline="0">
                <a:solidFill>
                  <a:schemeClr val="accent5"/>
                </a:solidFill>
                <a:latin typeface="+mj-lt"/>
              </a:defRPr>
            </a:lvl1pPr>
          </a:lstStyle>
          <a:p>
            <a:pPr lvl="0"/>
            <a:r>
              <a:rPr lang="en-US" dirty="0"/>
              <a:t>Click to add subtitle here </a:t>
            </a:r>
          </a:p>
        </p:txBody>
      </p:sp>
      <p:sp>
        <p:nvSpPr>
          <p:cNvPr id="9" name="Text Placeholder 17">
            <a:extLst>
              <a:ext uri="{FF2B5EF4-FFF2-40B4-BE49-F238E27FC236}">
                <a16:creationId xmlns:a16="http://schemas.microsoft.com/office/drawing/2014/main" id="{BDF3609D-E7F8-453C-B1CF-2E48118DEE6D}"/>
              </a:ext>
            </a:extLst>
          </p:cNvPr>
          <p:cNvSpPr>
            <a:spLocks noGrp="1"/>
          </p:cNvSpPr>
          <p:nvPr>
            <p:ph type="body" sz="quarter" idx="17" hasCustomPrompt="1"/>
          </p:nvPr>
        </p:nvSpPr>
        <p:spPr>
          <a:xfrm>
            <a:off x="6573945" y="2637561"/>
            <a:ext cx="4376490" cy="3325723"/>
          </a:xfrm>
          <a:prstGeom prst="rect">
            <a:avLst/>
          </a:prstGeom>
        </p:spPr>
        <p:txBody>
          <a:bodyPr/>
          <a:lstStyle>
            <a:lvl1pPr marL="0" indent="0">
              <a:lnSpc>
                <a:spcPct val="125000"/>
              </a:lnSpc>
              <a:spcBef>
                <a:spcPts val="1000"/>
              </a:spcBef>
              <a:spcAft>
                <a:spcPts val="0"/>
              </a:spcAft>
              <a:buFont typeface="Segoe UI Light" panose="020B0502040204020203" pitchFamily="34" charset="0"/>
              <a:buNone/>
              <a:defRPr sz="1600" spc="50" baseline="0">
                <a:solidFill>
                  <a:schemeClr val="bg1"/>
                </a:solidFill>
              </a:defRPr>
            </a:lvl1pPr>
          </a:lstStyle>
          <a:p>
            <a:pPr lvl="0"/>
            <a:r>
              <a:rPr lang="en-US" dirty="0"/>
              <a:t>Click to add text</a:t>
            </a:r>
          </a:p>
        </p:txBody>
      </p:sp>
      <p:sp>
        <p:nvSpPr>
          <p:cNvPr id="5" name="Slide Number Placeholder 4">
            <a:extLst>
              <a:ext uri="{FF2B5EF4-FFF2-40B4-BE49-F238E27FC236}">
                <a16:creationId xmlns:a16="http://schemas.microsoft.com/office/drawing/2014/main" id="{4FF8B6E9-9794-42AA-BDE2-2F9DF1839ECD}"/>
              </a:ext>
            </a:extLst>
          </p:cNvPr>
          <p:cNvSpPr>
            <a:spLocks noGrp="1"/>
          </p:cNvSpPr>
          <p:nvPr>
            <p:ph type="sldNum" sz="quarter" idx="12"/>
          </p:nvPr>
        </p:nvSpPr>
        <p:spPr/>
        <p:txBody>
          <a:bodyPr/>
          <a:lstStyle>
            <a:lvl1pPr>
              <a:defRPr>
                <a:solidFill>
                  <a:schemeClr val="bg1"/>
                </a:solidFill>
              </a:defRPr>
            </a:lvl1pPr>
          </a:lstStyle>
          <a:p>
            <a:fld id="{7A9E80BB-C0DF-4F1B-8821-E3FD53412EFF}" type="slidenum">
              <a:rPr lang="en-US" smtClean="0"/>
              <a:pPr/>
              <a:t>‹#›</a:t>
            </a:fld>
            <a:endParaRPr lang="en-US" dirty="0"/>
          </a:p>
        </p:txBody>
      </p:sp>
      <p:sp>
        <p:nvSpPr>
          <p:cNvPr id="4" name="Footer Placeholder 3">
            <a:extLst>
              <a:ext uri="{FF2B5EF4-FFF2-40B4-BE49-F238E27FC236}">
                <a16:creationId xmlns:a16="http://schemas.microsoft.com/office/drawing/2014/main" id="{3559A997-FE21-4068-BD9C-7510BF6E40C8}"/>
              </a:ext>
            </a:extLst>
          </p:cNvPr>
          <p:cNvSpPr>
            <a:spLocks noGrp="1"/>
          </p:cNvSpPr>
          <p:nvPr>
            <p:ph type="ftr" sz="quarter" idx="11"/>
          </p:nvPr>
        </p:nvSpPr>
        <p:spPr/>
        <p:txBody>
          <a:bodyPr/>
          <a:lstStyle>
            <a:lvl1pPr>
              <a:defRPr>
                <a:solidFill>
                  <a:schemeClr val="bg1"/>
                </a:solidFill>
              </a:defRPr>
            </a:lvl1pPr>
          </a:lstStyle>
          <a:p>
            <a:r>
              <a:rPr lang="en-US" dirty="0"/>
              <a:t>Presentation Title</a:t>
            </a:r>
          </a:p>
        </p:txBody>
      </p:sp>
      <p:sp>
        <p:nvSpPr>
          <p:cNvPr id="3" name="Date Placeholder 2">
            <a:extLst>
              <a:ext uri="{FF2B5EF4-FFF2-40B4-BE49-F238E27FC236}">
                <a16:creationId xmlns:a16="http://schemas.microsoft.com/office/drawing/2014/main" id="{CD242B91-07C6-4985-8E15-8D98F1A565AD}"/>
              </a:ext>
            </a:extLst>
          </p:cNvPr>
          <p:cNvSpPr>
            <a:spLocks noGrp="1"/>
          </p:cNvSpPr>
          <p:nvPr>
            <p:ph type="dt" sz="half" idx="10"/>
          </p:nvPr>
        </p:nvSpPr>
        <p:spPr/>
        <p:txBody>
          <a:bodyPr/>
          <a:lstStyle>
            <a:lvl1pPr>
              <a:defRPr>
                <a:solidFill>
                  <a:schemeClr val="bg1"/>
                </a:solidFill>
              </a:defRPr>
            </a:lvl1pPr>
          </a:lstStyle>
          <a:p>
            <a:r>
              <a:rPr lang="en-US"/>
              <a:t>20XX</a:t>
            </a:r>
            <a:endParaRPr lang="en-US" dirty="0"/>
          </a:p>
        </p:txBody>
      </p:sp>
    </p:spTree>
    <p:extLst>
      <p:ext uri="{BB962C8B-B14F-4D97-AF65-F5344CB8AC3E}">
        <p14:creationId xmlns:p14="http://schemas.microsoft.com/office/powerpoint/2010/main" val="18531360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ow We Get There">
    <p:bg>
      <p:bgPr>
        <a:solidFill>
          <a:schemeClr val="accent4"/>
        </a:solidFill>
        <a:effectLst/>
      </p:bgPr>
    </p:bg>
    <p:spTree>
      <p:nvGrpSpPr>
        <p:cNvPr id="1" name=""/>
        <p:cNvGrpSpPr/>
        <p:nvPr/>
      </p:nvGrpSpPr>
      <p:grpSpPr>
        <a:xfrm>
          <a:off x="0" y="0"/>
          <a:ext cx="0" cy="0"/>
          <a:chOff x="0" y="0"/>
          <a:chExt cx="0" cy="0"/>
        </a:xfrm>
      </p:grpSpPr>
      <p:sp>
        <p:nvSpPr>
          <p:cNvPr id="7" name="Graphic 11">
            <a:extLst>
              <a:ext uri="{FF2B5EF4-FFF2-40B4-BE49-F238E27FC236}">
                <a16:creationId xmlns:a16="http://schemas.microsoft.com/office/drawing/2014/main" id="{F35C7915-2A65-44A0-8407-F3A9430EA77E}"/>
              </a:ext>
              <a:ext uri="{C183D7F6-B498-43B3-948B-1728B52AA6E4}">
                <adec:decorative xmlns:adec="http://schemas.microsoft.com/office/drawing/2017/decorative" val="1"/>
              </a:ext>
            </a:extLst>
          </p:cNvPr>
          <p:cNvSpPr/>
          <p:nvPr userDrawn="1"/>
        </p:nvSpPr>
        <p:spPr>
          <a:xfrm>
            <a:off x="2273204" y="0"/>
            <a:ext cx="7641807" cy="6858000"/>
          </a:xfrm>
          <a:custGeom>
            <a:avLst/>
            <a:gdLst>
              <a:gd name="connsiteX0" fmla="*/ 1545336 w 5726048"/>
              <a:gd name="connsiteY0" fmla="*/ 0 h 5138737"/>
              <a:gd name="connsiteX1" fmla="*/ 0 w 5726048"/>
              <a:gd name="connsiteY1" fmla="*/ 5138738 h 5138737"/>
              <a:gd name="connsiteX2" fmla="*/ 1837754 w 5726048"/>
              <a:gd name="connsiteY2" fmla="*/ 5138738 h 5138737"/>
              <a:gd name="connsiteX3" fmla="*/ 2697385 w 5726048"/>
              <a:gd name="connsiteY3" fmla="*/ 1510760 h 5138737"/>
              <a:gd name="connsiteX4" fmla="*/ 3593211 w 5726048"/>
              <a:gd name="connsiteY4" fmla="*/ 5138738 h 5138737"/>
              <a:gd name="connsiteX5" fmla="*/ 5726049 w 5726048"/>
              <a:gd name="connsiteY5" fmla="*/ 5138738 h 5138737"/>
              <a:gd name="connsiteX6" fmla="*/ 4256056 w 5726048"/>
              <a:gd name="connsiteY6" fmla="*/ 0 h 513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26048" h="5138737">
                <a:moveTo>
                  <a:pt x="1545336" y="0"/>
                </a:moveTo>
                <a:lnTo>
                  <a:pt x="0" y="5138738"/>
                </a:lnTo>
                <a:lnTo>
                  <a:pt x="1837754" y="5138738"/>
                </a:lnTo>
                <a:lnTo>
                  <a:pt x="2697385" y="1510760"/>
                </a:lnTo>
                <a:lnTo>
                  <a:pt x="3593211" y="5138738"/>
                </a:lnTo>
                <a:lnTo>
                  <a:pt x="5726049" y="5138738"/>
                </a:lnTo>
                <a:lnTo>
                  <a:pt x="4256056" y="0"/>
                </a:lnTo>
                <a:close/>
              </a:path>
            </a:pathLst>
          </a:custGeom>
          <a:solidFill>
            <a:schemeClr val="accent5">
              <a:alpha val="10000"/>
            </a:schemeClr>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55F257D4-C810-4CFA-8B86-45EE05E1BC8E}"/>
              </a:ext>
            </a:extLst>
          </p:cNvPr>
          <p:cNvSpPr>
            <a:spLocks noGrp="1"/>
          </p:cNvSpPr>
          <p:nvPr>
            <p:ph type="title" hasCustomPrompt="1"/>
          </p:nvPr>
        </p:nvSpPr>
        <p:spPr>
          <a:xfrm>
            <a:off x="828869" y="893674"/>
            <a:ext cx="10515600" cy="495300"/>
          </a:xfrm>
          <a:prstGeom prst="rect">
            <a:avLst/>
          </a:prstGeom>
        </p:spPr>
        <p:txBody>
          <a:bodyPr/>
          <a:lstStyle>
            <a:lvl1pPr algn="ctr">
              <a:defRPr sz="3200" cap="all" spc="200" baseline="0">
                <a:solidFill>
                  <a:schemeClr val="accent5"/>
                </a:solidFill>
              </a:defRPr>
            </a:lvl1pPr>
          </a:lstStyle>
          <a:p>
            <a:r>
              <a:rPr lang="en-US" dirty="0"/>
              <a:t>Click to add title</a:t>
            </a:r>
          </a:p>
        </p:txBody>
      </p:sp>
      <p:sp>
        <p:nvSpPr>
          <p:cNvPr id="8" name="Text Placeholder 14">
            <a:extLst>
              <a:ext uri="{FF2B5EF4-FFF2-40B4-BE49-F238E27FC236}">
                <a16:creationId xmlns:a16="http://schemas.microsoft.com/office/drawing/2014/main" id="{23C10DEF-E8ED-436F-B228-86D73E3D45F4}"/>
              </a:ext>
            </a:extLst>
          </p:cNvPr>
          <p:cNvSpPr>
            <a:spLocks noGrp="1"/>
          </p:cNvSpPr>
          <p:nvPr>
            <p:ph type="body" sz="quarter" idx="13" hasCustomPrompt="1"/>
          </p:nvPr>
        </p:nvSpPr>
        <p:spPr>
          <a:xfrm>
            <a:off x="505100" y="2216238"/>
            <a:ext cx="3604193" cy="422365"/>
          </a:xfrm>
          <a:prstGeom prst="rect">
            <a:avLst/>
          </a:prstGeom>
        </p:spPr>
        <p:txBody>
          <a:bodyPr>
            <a:normAutofit/>
          </a:bodyPr>
          <a:lstStyle>
            <a:lvl1pPr marL="0" indent="0" algn="l">
              <a:buNone/>
              <a:defRPr sz="2000" b="0" i="0" cap="all" spc="200" baseline="0">
                <a:solidFill>
                  <a:schemeClr val="accent5"/>
                </a:solidFill>
                <a:latin typeface="+mj-lt"/>
              </a:defRPr>
            </a:lvl1pPr>
          </a:lstStyle>
          <a:p>
            <a:pPr lvl="0"/>
            <a:r>
              <a:rPr lang="en-US" dirty="0"/>
              <a:t>Click to add subtitle here </a:t>
            </a:r>
          </a:p>
        </p:txBody>
      </p:sp>
      <p:sp>
        <p:nvSpPr>
          <p:cNvPr id="9" name="Text Placeholder 17">
            <a:extLst>
              <a:ext uri="{FF2B5EF4-FFF2-40B4-BE49-F238E27FC236}">
                <a16:creationId xmlns:a16="http://schemas.microsoft.com/office/drawing/2014/main" id="{4CD509E6-3210-4BEC-B28E-BFF3CBD2189F}"/>
              </a:ext>
            </a:extLst>
          </p:cNvPr>
          <p:cNvSpPr>
            <a:spLocks noGrp="1"/>
          </p:cNvSpPr>
          <p:nvPr>
            <p:ph type="body" sz="quarter" idx="16" hasCustomPrompt="1"/>
          </p:nvPr>
        </p:nvSpPr>
        <p:spPr>
          <a:xfrm>
            <a:off x="504893" y="2638603"/>
            <a:ext cx="3603826" cy="3325723"/>
          </a:xfrm>
          <a:prstGeom prst="rect">
            <a:avLst/>
          </a:prstGeom>
        </p:spPr>
        <p:txBody>
          <a:bodyPr/>
          <a:lstStyle>
            <a:lvl1pPr marL="0" indent="0">
              <a:lnSpc>
                <a:spcPct val="125000"/>
              </a:lnSpc>
              <a:spcBef>
                <a:spcPts val="1000"/>
              </a:spcBef>
              <a:spcAft>
                <a:spcPts val="0"/>
              </a:spcAft>
              <a:buFont typeface="Segoe UI Light" panose="020B0502040204020203" pitchFamily="34" charset="0"/>
              <a:buNone/>
              <a:defRPr sz="1600" spc="50" baseline="0">
                <a:solidFill>
                  <a:schemeClr val="bg1"/>
                </a:solidFill>
              </a:defRPr>
            </a:lvl1pPr>
          </a:lstStyle>
          <a:p>
            <a:pPr lvl="0"/>
            <a:r>
              <a:rPr lang="en-US" dirty="0"/>
              <a:t>Click to add text</a:t>
            </a:r>
          </a:p>
        </p:txBody>
      </p:sp>
      <p:sp>
        <p:nvSpPr>
          <p:cNvPr id="11" name="Text Placeholder 14">
            <a:extLst>
              <a:ext uri="{FF2B5EF4-FFF2-40B4-BE49-F238E27FC236}">
                <a16:creationId xmlns:a16="http://schemas.microsoft.com/office/drawing/2014/main" id="{98D55AF8-203B-4573-910D-40DAA7E39133}"/>
              </a:ext>
            </a:extLst>
          </p:cNvPr>
          <p:cNvSpPr>
            <a:spLocks noGrp="1"/>
          </p:cNvSpPr>
          <p:nvPr>
            <p:ph type="body" sz="quarter" idx="17" hasCustomPrompt="1"/>
          </p:nvPr>
        </p:nvSpPr>
        <p:spPr>
          <a:xfrm>
            <a:off x="4406540" y="2216238"/>
            <a:ext cx="3604193" cy="422365"/>
          </a:xfrm>
          <a:prstGeom prst="rect">
            <a:avLst/>
          </a:prstGeom>
        </p:spPr>
        <p:txBody>
          <a:bodyPr>
            <a:normAutofit/>
          </a:bodyPr>
          <a:lstStyle>
            <a:lvl1pPr marL="0" indent="0" algn="l">
              <a:buNone/>
              <a:defRPr sz="2000" b="0" i="0" cap="all" spc="200" baseline="0">
                <a:solidFill>
                  <a:schemeClr val="accent5"/>
                </a:solidFill>
                <a:latin typeface="+mj-lt"/>
              </a:defRPr>
            </a:lvl1pPr>
          </a:lstStyle>
          <a:p>
            <a:pPr lvl="0"/>
            <a:r>
              <a:rPr lang="en-US" dirty="0"/>
              <a:t>Click to add subtitle here </a:t>
            </a:r>
          </a:p>
        </p:txBody>
      </p:sp>
      <p:sp>
        <p:nvSpPr>
          <p:cNvPr id="12" name="Text Placeholder 17">
            <a:extLst>
              <a:ext uri="{FF2B5EF4-FFF2-40B4-BE49-F238E27FC236}">
                <a16:creationId xmlns:a16="http://schemas.microsoft.com/office/drawing/2014/main" id="{AD2DFF4B-F817-4BFC-B12F-1E0457EF07BB}"/>
              </a:ext>
            </a:extLst>
          </p:cNvPr>
          <p:cNvSpPr>
            <a:spLocks noGrp="1"/>
          </p:cNvSpPr>
          <p:nvPr>
            <p:ph type="body" sz="quarter" idx="18" hasCustomPrompt="1"/>
          </p:nvPr>
        </p:nvSpPr>
        <p:spPr>
          <a:xfrm>
            <a:off x="4406333" y="2638603"/>
            <a:ext cx="3603826" cy="3325723"/>
          </a:xfrm>
          <a:prstGeom prst="rect">
            <a:avLst/>
          </a:prstGeom>
        </p:spPr>
        <p:txBody>
          <a:bodyPr/>
          <a:lstStyle>
            <a:lvl1pPr marL="0" indent="0">
              <a:lnSpc>
                <a:spcPct val="125000"/>
              </a:lnSpc>
              <a:spcBef>
                <a:spcPts val="1000"/>
              </a:spcBef>
              <a:spcAft>
                <a:spcPts val="0"/>
              </a:spcAft>
              <a:buFont typeface="Segoe UI Light" panose="020B0502040204020203" pitchFamily="34" charset="0"/>
              <a:buNone/>
              <a:defRPr sz="1600" spc="50" baseline="0">
                <a:solidFill>
                  <a:schemeClr val="bg1"/>
                </a:solidFill>
              </a:defRPr>
            </a:lvl1pPr>
          </a:lstStyle>
          <a:p>
            <a:pPr lvl="0"/>
            <a:r>
              <a:rPr lang="en-US" dirty="0"/>
              <a:t>Click to add text</a:t>
            </a:r>
          </a:p>
        </p:txBody>
      </p:sp>
      <p:sp>
        <p:nvSpPr>
          <p:cNvPr id="15" name="Text Placeholder 14">
            <a:extLst>
              <a:ext uri="{FF2B5EF4-FFF2-40B4-BE49-F238E27FC236}">
                <a16:creationId xmlns:a16="http://schemas.microsoft.com/office/drawing/2014/main" id="{1C8EFF5B-8675-4033-9576-3B84EED6C64C}"/>
              </a:ext>
            </a:extLst>
          </p:cNvPr>
          <p:cNvSpPr>
            <a:spLocks noGrp="1"/>
          </p:cNvSpPr>
          <p:nvPr>
            <p:ph type="body" sz="quarter" idx="19" hasCustomPrompt="1"/>
          </p:nvPr>
        </p:nvSpPr>
        <p:spPr>
          <a:xfrm>
            <a:off x="8307980" y="2216238"/>
            <a:ext cx="3387610" cy="422365"/>
          </a:xfrm>
          <a:prstGeom prst="rect">
            <a:avLst/>
          </a:prstGeom>
        </p:spPr>
        <p:txBody>
          <a:bodyPr>
            <a:normAutofit/>
          </a:bodyPr>
          <a:lstStyle>
            <a:lvl1pPr marL="0" indent="0" algn="l">
              <a:buNone/>
              <a:defRPr sz="2000" b="0" i="0" cap="all" spc="200" baseline="0">
                <a:solidFill>
                  <a:schemeClr val="accent5"/>
                </a:solidFill>
                <a:latin typeface="+mj-lt"/>
              </a:defRPr>
            </a:lvl1pPr>
          </a:lstStyle>
          <a:p>
            <a:pPr lvl="0"/>
            <a:r>
              <a:rPr lang="en-US" dirty="0"/>
              <a:t>Click to add subtitle here </a:t>
            </a:r>
          </a:p>
        </p:txBody>
      </p:sp>
      <p:sp>
        <p:nvSpPr>
          <p:cNvPr id="16" name="Text Placeholder 17">
            <a:extLst>
              <a:ext uri="{FF2B5EF4-FFF2-40B4-BE49-F238E27FC236}">
                <a16:creationId xmlns:a16="http://schemas.microsoft.com/office/drawing/2014/main" id="{B47FAE44-E9F0-4F90-9E79-AFB6CE26F407}"/>
              </a:ext>
            </a:extLst>
          </p:cNvPr>
          <p:cNvSpPr>
            <a:spLocks noGrp="1"/>
          </p:cNvSpPr>
          <p:nvPr>
            <p:ph type="body" sz="quarter" idx="20" hasCustomPrompt="1"/>
          </p:nvPr>
        </p:nvSpPr>
        <p:spPr>
          <a:xfrm>
            <a:off x="8307772" y="2638603"/>
            <a:ext cx="3387265" cy="3325723"/>
          </a:xfrm>
          <a:prstGeom prst="rect">
            <a:avLst/>
          </a:prstGeom>
        </p:spPr>
        <p:txBody>
          <a:bodyPr/>
          <a:lstStyle>
            <a:lvl1pPr marL="0" indent="0">
              <a:lnSpc>
                <a:spcPct val="125000"/>
              </a:lnSpc>
              <a:spcBef>
                <a:spcPts val="1000"/>
              </a:spcBef>
              <a:spcAft>
                <a:spcPts val="0"/>
              </a:spcAft>
              <a:buFont typeface="Segoe UI Light" panose="020B0502040204020203" pitchFamily="34" charset="0"/>
              <a:buNone/>
              <a:defRPr sz="1600" spc="50" baseline="0">
                <a:solidFill>
                  <a:schemeClr val="bg1"/>
                </a:solidFill>
              </a:defRPr>
            </a:lvl1pPr>
          </a:lstStyle>
          <a:p>
            <a:pPr lvl="0"/>
            <a:r>
              <a:rPr lang="en-US" dirty="0"/>
              <a:t>Click to add text</a:t>
            </a:r>
          </a:p>
        </p:txBody>
      </p:sp>
      <p:sp>
        <p:nvSpPr>
          <p:cNvPr id="5" name="Slide Number Placeholder 4">
            <a:extLst>
              <a:ext uri="{FF2B5EF4-FFF2-40B4-BE49-F238E27FC236}">
                <a16:creationId xmlns:a16="http://schemas.microsoft.com/office/drawing/2014/main" id="{1EEB9BDF-11CB-4EA0-B2E4-1CD82B6EDAB9}"/>
              </a:ext>
            </a:extLst>
          </p:cNvPr>
          <p:cNvSpPr>
            <a:spLocks noGrp="1"/>
          </p:cNvSpPr>
          <p:nvPr>
            <p:ph type="sldNum" sz="quarter" idx="12"/>
          </p:nvPr>
        </p:nvSpPr>
        <p:spPr/>
        <p:txBody>
          <a:bodyPr/>
          <a:lstStyle>
            <a:lvl1pPr>
              <a:defRPr>
                <a:solidFill>
                  <a:schemeClr val="bg1"/>
                </a:solidFill>
              </a:defRPr>
            </a:lvl1pPr>
          </a:lstStyle>
          <a:p>
            <a:fld id="{7A9E80BB-C0DF-4F1B-8821-E3FD53412EFF}" type="slidenum">
              <a:rPr lang="en-US" smtClean="0"/>
              <a:pPr/>
              <a:t>‹#›</a:t>
            </a:fld>
            <a:endParaRPr lang="en-US" dirty="0"/>
          </a:p>
        </p:txBody>
      </p:sp>
      <p:sp>
        <p:nvSpPr>
          <p:cNvPr id="4" name="Footer Placeholder 3">
            <a:extLst>
              <a:ext uri="{FF2B5EF4-FFF2-40B4-BE49-F238E27FC236}">
                <a16:creationId xmlns:a16="http://schemas.microsoft.com/office/drawing/2014/main" id="{82940558-56C3-4F42-A159-12BF887283E1}"/>
              </a:ext>
            </a:extLst>
          </p:cNvPr>
          <p:cNvSpPr>
            <a:spLocks noGrp="1"/>
          </p:cNvSpPr>
          <p:nvPr>
            <p:ph type="ftr" sz="quarter" idx="11"/>
          </p:nvPr>
        </p:nvSpPr>
        <p:spPr/>
        <p:txBody>
          <a:bodyPr/>
          <a:lstStyle>
            <a:lvl1pPr>
              <a:defRPr>
                <a:solidFill>
                  <a:schemeClr val="bg1"/>
                </a:solidFill>
              </a:defRPr>
            </a:lvl1pPr>
          </a:lstStyle>
          <a:p>
            <a:r>
              <a:rPr lang="en-US" dirty="0"/>
              <a:t>Presentation Title</a:t>
            </a:r>
          </a:p>
        </p:txBody>
      </p:sp>
      <p:sp>
        <p:nvSpPr>
          <p:cNvPr id="3" name="Date Placeholder 2">
            <a:extLst>
              <a:ext uri="{FF2B5EF4-FFF2-40B4-BE49-F238E27FC236}">
                <a16:creationId xmlns:a16="http://schemas.microsoft.com/office/drawing/2014/main" id="{F8091AB6-67A9-4FEE-98C9-495A1CCB10A7}"/>
              </a:ext>
            </a:extLst>
          </p:cNvPr>
          <p:cNvSpPr>
            <a:spLocks noGrp="1"/>
          </p:cNvSpPr>
          <p:nvPr>
            <p:ph type="dt" sz="half" idx="10"/>
          </p:nvPr>
        </p:nvSpPr>
        <p:spPr/>
        <p:txBody>
          <a:bodyPr/>
          <a:lstStyle>
            <a:lvl1pPr>
              <a:defRPr>
                <a:solidFill>
                  <a:schemeClr val="bg1"/>
                </a:solidFill>
              </a:defRPr>
            </a:lvl1pPr>
          </a:lstStyle>
          <a:p>
            <a:r>
              <a:rPr lang="en-US"/>
              <a:t>20XX</a:t>
            </a:r>
            <a:endParaRPr lang="en-US" dirty="0"/>
          </a:p>
        </p:txBody>
      </p:sp>
    </p:spTree>
    <p:extLst>
      <p:ext uri="{BB962C8B-B14F-4D97-AF65-F5344CB8AC3E}">
        <p14:creationId xmlns:p14="http://schemas.microsoft.com/office/powerpoint/2010/main" val="39245703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5036E8E-72DC-4FB2-BC8F-CA1AD2F3B9B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0"/>
            <a:ext cx="6095998" cy="6858000"/>
          </a:xfrm>
          <a:prstGeom prst="rect">
            <a:avLst/>
          </a:prstGeom>
        </p:spPr>
      </p:pic>
      <p:sp>
        <p:nvSpPr>
          <p:cNvPr id="2" name="Title 1">
            <a:extLst>
              <a:ext uri="{FF2B5EF4-FFF2-40B4-BE49-F238E27FC236}">
                <a16:creationId xmlns:a16="http://schemas.microsoft.com/office/drawing/2014/main" id="{CF5E96FC-B47B-4DA1-9369-B765A705FA9B}"/>
              </a:ext>
            </a:extLst>
          </p:cNvPr>
          <p:cNvSpPr>
            <a:spLocks noGrp="1"/>
          </p:cNvSpPr>
          <p:nvPr>
            <p:ph type="title" hasCustomPrompt="1"/>
          </p:nvPr>
        </p:nvSpPr>
        <p:spPr>
          <a:xfrm>
            <a:off x="742287" y="2068863"/>
            <a:ext cx="4594823" cy="557552"/>
          </a:xfrm>
          <a:prstGeom prst="rect">
            <a:avLst/>
          </a:prstGeom>
        </p:spPr>
        <p:txBody>
          <a:bodyPr/>
          <a:lstStyle>
            <a:lvl1pPr>
              <a:defRPr sz="3200" cap="all" spc="200" baseline="0">
                <a:solidFill>
                  <a:schemeClr val="bg1"/>
                </a:solidFill>
              </a:defRPr>
            </a:lvl1pPr>
          </a:lstStyle>
          <a:p>
            <a:r>
              <a:rPr lang="en-US" dirty="0"/>
              <a:t>Click to add title</a:t>
            </a:r>
          </a:p>
        </p:txBody>
      </p:sp>
      <p:sp>
        <p:nvSpPr>
          <p:cNvPr id="11" name="Text Placeholder 12">
            <a:extLst>
              <a:ext uri="{FF2B5EF4-FFF2-40B4-BE49-F238E27FC236}">
                <a16:creationId xmlns:a16="http://schemas.microsoft.com/office/drawing/2014/main" id="{8800B990-833E-4C0D-A433-B21CF9A79B1A}"/>
              </a:ext>
            </a:extLst>
          </p:cNvPr>
          <p:cNvSpPr>
            <a:spLocks noGrp="1"/>
          </p:cNvSpPr>
          <p:nvPr>
            <p:ph type="body" sz="quarter" idx="16" hasCustomPrompt="1"/>
          </p:nvPr>
        </p:nvSpPr>
        <p:spPr>
          <a:xfrm>
            <a:off x="742287" y="2626414"/>
            <a:ext cx="4259684" cy="2859991"/>
          </a:xfrm>
          <a:prstGeom prst="rect">
            <a:avLst/>
          </a:prstGeom>
        </p:spPr>
        <p:txBody>
          <a:bodyPr anchor="t"/>
          <a:lstStyle>
            <a:lvl1pPr marL="0" indent="0">
              <a:lnSpc>
                <a:spcPct val="125000"/>
              </a:lnSpc>
              <a:buNone/>
              <a:defRPr sz="1600" cap="none" spc="100" baseline="0">
                <a:solidFill>
                  <a:schemeClr val="bg1"/>
                </a:solidFill>
                <a:latin typeface="+mn-lt"/>
              </a:defRPr>
            </a:lvl1pPr>
          </a:lstStyle>
          <a:p>
            <a:pPr lvl="0"/>
            <a:r>
              <a:rPr lang="en-US" dirty="0"/>
              <a:t>Click to add text</a:t>
            </a:r>
          </a:p>
        </p:txBody>
      </p:sp>
      <p:sp>
        <p:nvSpPr>
          <p:cNvPr id="14" name="Slide Number Placeholder 5">
            <a:extLst>
              <a:ext uri="{FF2B5EF4-FFF2-40B4-BE49-F238E27FC236}">
                <a16:creationId xmlns:a16="http://schemas.microsoft.com/office/drawing/2014/main" id="{87627E8A-9EB4-41E2-8847-B5BDD7FC727E}"/>
              </a:ext>
            </a:extLst>
          </p:cNvPr>
          <p:cNvSpPr>
            <a:spLocks noGrp="1"/>
          </p:cNvSpPr>
          <p:nvPr>
            <p:ph type="sldNum" sz="quarter" idx="12"/>
          </p:nvPr>
        </p:nvSpPr>
        <p:spPr>
          <a:xfrm>
            <a:off x="753862" y="6356350"/>
            <a:ext cx="2743200" cy="365125"/>
          </a:xfrm>
        </p:spPr>
        <p:txBody>
          <a:bodyPr/>
          <a:lstStyle>
            <a:lvl1pPr>
              <a:defRPr>
                <a:solidFill>
                  <a:schemeClr val="bg1"/>
                </a:solidFill>
              </a:defRPr>
            </a:lvl1pPr>
          </a:lstStyle>
          <a:p>
            <a:fld id="{7A9E80BB-C0DF-4F1B-8821-E3FD53412EFF}" type="slidenum">
              <a:rPr lang="en-US" smtClean="0"/>
              <a:pPr/>
              <a:t>‹#›</a:t>
            </a:fld>
            <a:endParaRPr lang="en-US" dirty="0"/>
          </a:p>
        </p:txBody>
      </p:sp>
      <p:sp>
        <p:nvSpPr>
          <p:cNvPr id="7" name="Picture Placeholder 6">
            <a:extLst>
              <a:ext uri="{FF2B5EF4-FFF2-40B4-BE49-F238E27FC236}">
                <a16:creationId xmlns:a16="http://schemas.microsoft.com/office/drawing/2014/main" id="{162D8A98-3508-4B88-A239-BBFF76D51F45}"/>
              </a:ext>
            </a:extLst>
          </p:cNvPr>
          <p:cNvSpPr>
            <a:spLocks noGrp="1"/>
          </p:cNvSpPr>
          <p:nvPr>
            <p:ph type="pic" sz="quarter" idx="13" hasCustomPrompt="1"/>
          </p:nvPr>
        </p:nvSpPr>
        <p:spPr>
          <a:xfrm>
            <a:off x="6096000" y="0"/>
            <a:ext cx="6096000" cy="3429000"/>
          </a:xfrm>
          <a:prstGeom prst="rect">
            <a:avLst/>
          </a:prstGeom>
          <a:solidFill>
            <a:schemeClr val="accent2"/>
          </a:solidFill>
        </p:spPr>
        <p:txBody>
          <a:bodyPr/>
          <a:lstStyle>
            <a:lvl1pPr marL="0" indent="0" algn="ctr">
              <a:buNone/>
              <a:defRPr/>
            </a:lvl1pPr>
          </a:lstStyle>
          <a:p>
            <a:r>
              <a:rPr lang="en-US" dirty="0"/>
              <a:t>Click to add photo</a:t>
            </a:r>
          </a:p>
        </p:txBody>
      </p:sp>
      <p:sp>
        <p:nvSpPr>
          <p:cNvPr id="8" name="Picture Placeholder 6">
            <a:extLst>
              <a:ext uri="{FF2B5EF4-FFF2-40B4-BE49-F238E27FC236}">
                <a16:creationId xmlns:a16="http://schemas.microsoft.com/office/drawing/2014/main" id="{6C103218-0175-45B7-900A-DF77A2CC6BE8}"/>
              </a:ext>
            </a:extLst>
          </p:cNvPr>
          <p:cNvSpPr>
            <a:spLocks noGrp="1"/>
          </p:cNvSpPr>
          <p:nvPr>
            <p:ph type="pic" sz="quarter" idx="14" hasCustomPrompt="1"/>
          </p:nvPr>
        </p:nvSpPr>
        <p:spPr>
          <a:xfrm>
            <a:off x="6095999" y="3429000"/>
            <a:ext cx="6096000" cy="3429000"/>
          </a:xfrm>
          <a:prstGeom prst="rect">
            <a:avLst/>
          </a:prstGeom>
        </p:spPr>
        <p:txBody>
          <a:bodyPr/>
          <a:lstStyle>
            <a:lvl1pPr marL="0" indent="0" algn="ctr">
              <a:buNone/>
              <a:defRPr/>
            </a:lvl1pPr>
          </a:lstStyle>
          <a:p>
            <a:r>
              <a:rPr lang="en-US" dirty="0"/>
              <a:t>Click to add photo</a:t>
            </a:r>
          </a:p>
        </p:txBody>
      </p:sp>
      <p:sp>
        <p:nvSpPr>
          <p:cNvPr id="13" name="Footer Placeholder 4">
            <a:extLst>
              <a:ext uri="{FF2B5EF4-FFF2-40B4-BE49-F238E27FC236}">
                <a16:creationId xmlns:a16="http://schemas.microsoft.com/office/drawing/2014/main" id="{8F1478D8-A909-4307-9777-531032CF2943}"/>
              </a:ext>
            </a:extLst>
          </p:cNvPr>
          <p:cNvSpPr>
            <a:spLocks noGrp="1"/>
          </p:cNvSpPr>
          <p:nvPr>
            <p:ph type="ftr" sz="quarter" idx="11"/>
          </p:nvPr>
        </p:nvSpPr>
        <p:spPr>
          <a:xfrm>
            <a:off x="6095998" y="6356350"/>
            <a:ext cx="3249170" cy="501649"/>
          </a:xfrm>
          <a:solidFill>
            <a:schemeClr val="accent1">
              <a:lumMod val="50000"/>
              <a:alpha val="9000"/>
            </a:schemeClr>
          </a:solidFill>
        </p:spPr>
        <p:txBody>
          <a:bodyPr lIns="365760" bIns="182880" anchor="b"/>
          <a:lstStyle>
            <a:lvl1pPr algn="l">
              <a:defRPr>
                <a:solidFill>
                  <a:schemeClr val="bg1"/>
                </a:solidFill>
              </a:defRPr>
            </a:lvl1pPr>
          </a:lstStyle>
          <a:p>
            <a:r>
              <a:rPr lang="en-US" dirty="0"/>
              <a:t>Presentation Title</a:t>
            </a:r>
          </a:p>
        </p:txBody>
      </p:sp>
      <p:sp>
        <p:nvSpPr>
          <p:cNvPr id="12" name="Date Placeholder 3">
            <a:extLst>
              <a:ext uri="{FF2B5EF4-FFF2-40B4-BE49-F238E27FC236}">
                <a16:creationId xmlns:a16="http://schemas.microsoft.com/office/drawing/2014/main" id="{F33DDC16-EF3C-4507-A82A-86B1B82C8670}"/>
              </a:ext>
            </a:extLst>
          </p:cNvPr>
          <p:cNvSpPr>
            <a:spLocks noGrp="1"/>
          </p:cNvSpPr>
          <p:nvPr>
            <p:ph type="dt" sz="half" idx="10"/>
          </p:nvPr>
        </p:nvSpPr>
        <p:spPr>
          <a:xfrm>
            <a:off x="9345167" y="6356350"/>
            <a:ext cx="2846831" cy="501650"/>
          </a:xfrm>
          <a:solidFill>
            <a:schemeClr val="accent1">
              <a:lumMod val="50000"/>
              <a:alpha val="9000"/>
            </a:schemeClr>
          </a:solidFill>
        </p:spPr>
        <p:txBody>
          <a:bodyPr rIns="594360" bIns="182880" anchor="b"/>
          <a:lstStyle>
            <a:lvl1pPr>
              <a:defRPr>
                <a:solidFill>
                  <a:schemeClr val="bg1"/>
                </a:solidFill>
              </a:defRPr>
            </a:lvl1pPr>
          </a:lstStyle>
          <a:p>
            <a:r>
              <a:rPr lang="en-US"/>
              <a:t>20XX</a:t>
            </a:r>
            <a:endParaRPr lang="en-US" dirty="0"/>
          </a:p>
        </p:txBody>
      </p:sp>
    </p:spTree>
    <p:extLst>
      <p:ext uri="{BB962C8B-B14F-4D97-AF65-F5344CB8AC3E}">
        <p14:creationId xmlns:p14="http://schemas.microsoft.com/office/powerpoint/2010/main" val="3052999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2"/>
        </a:solidFill>
        <a:effectLst/>
      </p:bgPr>
    </p:bg>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61E42000-EF35-469E-8324-0C7BD97EF713}"/>
              </a:ext>
            </a:extLst>
          </p:cNvPr>
          <p:cNvSpPr>
            <a:spLocks noGrp="1"/>
          </p:cNvSpPr>
          <p:nvPr>
            <p:ph type="pic" sz="quarter" idx="13" hasCustomPrompt="1"/>
          </p:nvPr>
        </p:nvSpPr>
        <p:spPr>
          <a:xfrm>
            <a:off x="0" y="0"/>
            <a:ext cx="12192000" cy="6858000"/>
          </a:xfrm>
          <a:prstGeom prst="rect">
            <a:avLst/>
          </a:prstGeom>
        </p:spPr>
        <p:txBody>
          <a:bodyPr/>
          <a:lstStyle>
            <a:lvl1pPr marL="0" indent="0" algn="ctr">
              <a:buNone/>
              <a:defRPr/>
            </a:lvl1pPr>
          </a:lstStyle>
          <a:p>
            <a:r>
              <a:rPr lang="en-US" dirty="0"/>
              <a:t>Click to add photo</a:t>
            </a:r>
          </a:p>
        </p:txBody>
      </p:sp>
      <p:sp>
        <p:nvSpPr>
          <p:cNvPr id="2" name="Title 1">
            <a:extLst>
              <a:ext uri="{FF2B5EF4-FFF2-40B4-BE49-F238E27FC236}">
                <a16:creationId xmlns:a16="http://schemas.microsoft.com/office/drawing/2014/main" id="{126FEB11-3B93-4C0A-A820-D5B092929BBB}"/>
              </a:ext>
            </a:extLst>
          </p:cNvPr>
          <p:cNvSpPr>
            <a:spLocks noGrp="1"/>
          </p:cNvSpPr>
          <p:nvPr>
            <p:ph type="title" hasCustomPrompt="1"/>
          </p:nvPr>
        </p:nvSpPr>
        <p:spPr>
          <a:xfrm>
            <a:off x="0" y="0"/>
            <a:ext cx="5575851" cy="4210387"/>
          </a:xfrm>
          <a:prstGeom prst="rect">
            <a:avLst/>
          </a:prstGeom>
          <a:solidFill>
            <a:schemeClr val="accent1">
              <a:lumMod val="50000"/>
              <a:alpha val="9000"/>
            </a:schemeClr>
          </a:solidFill>
        </p:spPr>
        <p:txBody>
          <a:bodyPr lIns="868680" bIns="182880" anchor="b"/>
          <a:lstStyle>
            <a:lvl1pPr>
              <a:defRPr sz="3200" cap="all" spc="200" baseline="0">
                <a:solidFill>
                  <a:schemeClr val="bg1"/>
                </a:solidFill>
              </a:defRPr>
            </a:lvl1pPr>
          </a:lstStyle>
          <a:p>
            <a:r>
              <a:rPr lang="en-US" dirty="0"/>
              <a:t>add title</a:t>
            </a:r>
          </a:p>
        </p:txBody>
      </p:sp>
      <p:sp>
        <p:nvSpPr>
          <p:cNvPr id="8" name="Text Placeholder 12">
            <a:extLst>
              <a:ext uri="{FF2B5EF4-FFF2-40B4-BE49-F238E27FC236}">
                <a16:creationId xmlns:a16="http://schemas.microsoft.com/office/drawing/2014/main" id="{CE695F7E-76BA-4A5F-9C71-C47DD1B567BA}"/>
              </a:ext>
            </a:extLst>
          </p:cNvPr>
          <p:cNvSpPr>
            <a:spLocks noGrp="1"/>
          </p:cNvSpPr>
          <p:nvPr>
            <p:ph type="body" sz="quarter" idx="16" hasCustomPrompt="1"/>
          </p:nvPr>
        </p:nvSpPr>
        <p:spPr>
          <a:xfrm>
            <a:off x="-1" y="4210388"/>
            <a:ext cx="5575849" cy="2118216"/>
          </a:xfrm>
          <a:prstGeom prst="rect">
            <a:avLst/>
          </a:prstGeom>
          <a:solidFill>
            <a:schemeClr val="accent1">
              <a:lumMod val="50000"/>
              <a:alpha val="9000"/>
            </a:schemeClr>
          </a:solidFill>
        </p:spPr>
        <p:txBody>
          <a:bodyPr lIns="822960" anchor="t"/>
          <a:lstStyle>
            <a:lvl1pPr marL="0" indent="0">
              <a:lnSpc>
                <a:spcPct val="125000"/>
              </a:lnSpc>
              <a:buNone/>
              <a:defRPr sz="1600" cap="none" spc="100" baseline="0">
                <a:solidFill>
                  <a:schemeClr val="bg1"/>
                </a:solidFill>
                <a:latin typeface="+mn-lt"/>
              </a:defRPr>
            </a:lvl1pPr>
          </a:lstStyle>
          <a:p>
            <a:pPr lvl="0"/>
            <a:r>
              <a:rPr lang="en-US" dirty="0"/>
              <a:t>Click to add text</a:t>
            </a:r>
          </a:p>
        </p:txBody>
      </p:sp>
      <p:sp>
        <p:nvSpPr>
          <p:cNvPr id="5" name="Slide Number Placeholder 4">
            <a:extLst>
              <a:ext uri="{FF2B5EF4-FFF2-40B4-BE49-F238E27FC236}">
                <a16:creationId xmlns:a16="http://schemas.microsoft.com/office/drawing/2014/main" id="{B466E471-F864-4D68-9682-2E0108374DB7}"/>
              </a:ext>
            </a:extLst>
          </p:cNvPr>
          <p:cNvSpPr>
            <a:spLocks noGrp="1"/>
          </p:cNvSpPr>
          <p:nvPr>
            <p:ph type="sldNum" sz="quarter" idx="12"/>
          </p:nvPr>
        </p:nvSpPr>
        <p:spPr>
          <a:xfrm>
            <a:off x="-1" y="6331226"/>
            <a:ext cx="3497063" cy="526774"/>
          </a:xfrm>
          <a:solidFill>
            <a:schemeClr val="accent1">
              <a:lumMod val="50000"/>
              <a:alpha val="9000"/>
            </a:schemeClr>
          </a:solidFill>
        </p:spPr>
        <p:txBody>
          <a:bodyPr lIns="850392" bIns="137160"/>
          <a:lstStyle>
            <a:lvl1pPr>
              <a:defRPr>
                <a:solidFill>
                  <a:schemeClr val="bg1"/>
                </a:solidFill>
              </a:defRPr>
            </a:lvl1pPr>
          </a:lstStyle>
          <a:p>
            <a:fld id="{7A9E80BB-C0DF-4F1B-8821-E3FD53412EFF}" type="slidenum">
              <a:rPr lang="en-US" smtClean="0"/>
              <a:pPr/>
              <a:t>‹#›</a:t>
            </a:fld>
            <a:endParaRPr lang="en-US" dirty="0"/>
          </a:p>
        </p:txBody>
      </p:sp>
      <p:sp>
        <p:nvSpPr>
          <p:cNvPr id="4" name="Footer Placeholder 3">
            <a:extLst>
              <a:ext uri="{FF2B5EF4-FFF2-40B4-BE49-F238E27FC236}">
                <a16:creationId xmlns:a16="http://schemas.microsoft.com/office/drawing/2014/main" id="{D632384D-15A3-4765-AA16-FD8F27E55C21}"/>
              </a:ext>
            </a:extLst>
          </p:cNvPr>
          <p:cNvSpPr>
            <a:spLocks noGrp="1"/>
          </p:cNvSpPr>
          <p:nvPr>
            <p:ph type="ftr" sz="quarter" idx="11"/>
          </p:nvPr>
        </p:nvSpPr>
        <p:spPr>
          <a:xfrm>
            <a:off x="3497062" y="6336472"/>
            <a:ext cx="5197878" cy="529397"/>
          </a:xfrm>
          <a:solidFill>
            <a:schemeClr val="accent1">
              <a:lumMod val="50000"/>
              <a:alpha val="9000"/>
            </a:schemeClr>
          </a:solidFill>
        </p:spPr>
        <p:txBody>
          <a:bodyPr bIns="182880"/>
          <a:lstStyle>
            <a:lvl1pPr>
              <a:defRPr>
                <a:solidFill>
                  <a:schemeClr val="bg1"/>
                </a:solidFill>
              </a:defRPr>
            </a:lvl1pPr>
          </a:lstStyle>
          <a:p>
            <a:r>
              <a:rPr lang="en-US" dirty="0"/>
              <a:t>Presentation Title</a:t>
            </a:r>
          </a:p>
        </p:txBody>
      </p:sp>
      <p:sp>
        <p:nvSpPr>
          <p:cNvPr id="3" name="Date Placeholder 2">
            <a:extLst>
              <a:ext uri="{FF2B5EF4-FFF2-40B4-BE49-F238E27FC236}">
                <a16:creationId xmlns:a16="http://schemas.microsoft.com/office/drawing/2014/main" id="{53BEB306-C51D-4724-AA0E-9EFA95D698D7}"/>
              </a:ext>
            </a:extLst>
          </p:cNvPr>
          <p:cNvSpPr>
            <a:spLocks noGrp="1"/>
          </p:cNvSpPr>
          <p:nvPr>
            <p:ph type="dt" sz="half" idx="10"/>
          </p:nvPr>
        </p:nvSpPr>
        <p:spPr>
          <a:xfrm>
            <a:off x="8694940" y="6328604"/>
            <a:ext cx="3497060" cy="529396"/>
          </a:xfrm>
          <a:solidFill>
            <a:schemeClr val="accent1">
              <a:lumMod val="50000"/>
              <a:alpha val="9000"/>
            </a:schemeClr>
          </a:solidFill>
        </p:spPr>
        <p:txBody>
          <a:bodyPr rIns="585216" bIns="182880"/>
          <a:lstStyle>
            <a:lvl1pPr>
              <a:defRPr>
                <a:solidFill>
                  <a:schemeClr val="bg1"/>
                </a:solidFill>
              </a:defRPr>
            </a:lvl1pPr>
          </a:lstStyle>
          <a:p>
            <a:r>
              <a:rPr lang="en-US"/>
              <a:t>20XX</a:t>
            </a:r>
            <a:endParaRPr lang="en-US" dirty="0"/>
          </a:p>
        </p:txBody>
      </p:sp>
    </p:spTree>
    <p:extLst>
      <p:ext uri="{BB962C8B-B14F-4D97-AF65-F5344CB8AC3E}">
        <p14:creationId xmlns:p14="http://schemas.microsoft.com/office/powerpoint/2010/main" val="16855465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a:xfrm>
            <a:off x="10951856" y="5867131"/>
            <a:ext cx="551167" cy="365125"/>
          </a:xfrm>
        </p:spPr>
        <p:txBody>
          <a:bodyPr/>
          <a:lstStyle/>
          <a:p>
            <a:fld id="{8E022C44-01F9-4537-86E2-EA1C19699E05}" type="slidenum">
              <a:rPr lang="en-US" smtClean="0"/>
              <a:pPr/>
              <a:t>‹#›</a:t>
            </a:fld>
            <a:endParaRPr lang="en-US"/>
          </a:p>
        </p:txBody>
      </p:sp>
    </p:spTree>
    <p:extLst>
      <p:ext uri="{BB962C8B-B14F-4D97-AF65-F5344CB8AC3E}">
        <p14:creationId xmlns:p14="http://schemas.microsoft.com/office/powerpoint/2010/main" val="1151544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242C545-ABF3-4111-9C70-0C513622F8E9}"/>
              </a:ext>
            </a:extLst>
          </p:cNvPr>
          <p:cNvSpPr>
            <a:spLocks noGrp="1"/>
          </p:cNvSpPr>
          <p:nvPr>
            <p:ph type="dt" sz="half" idx="2"/>
          </p:nvPr>
        </p:nvSpPr>
        <p:spPr>
          <a:xfrm>
            <a:off x="8952390" y="6356350"/>
            <a:ext cx="2743200" cy="365125"/>
          </a:xfrm>
          <a:prstGeom prst="rect">
            <a:avLst/>
          </a:prstGeom>
        </p:spPr>
        <p:txBody>
          <a:bodyPr vert="horz" lIns="91440" tIns="45720" rIns="91440" bIns="45720" rtlCol="0" anchor="ctr"/>
          <a:lstStyle>
            <a:lvl1pPr algn="r">
              <a:defRPr sz="1000" cap="all" spc="200" baseline="0">
                <a:solidFill>
                  <a:schemeClr val="tx1"/>
                </a:solidFill>
                <a:latin typeface="+mj-lt"/>
              </a:defRPr>
            </a:lvl1pPr>
          </a:lstStyle>
          <a:p>
            <a:r>
              <a:rPr lang="en-US"/>
              <a:t>20XX</a:t>
            </a:r>
            <a:endParaRPr lang="en-US" dirty="0"/>
          </a:p>
        </p:txBody>
      </p:sp>
      <p:sp>
        <p:nvSpPr>
          <p:cNvPr id="5" name="Footer Placeholder 4">
            <a:extLst>
              <a:ext uri="{FF2B5EF4-FFF2-40B4-BE49-F238E27FC236}">
                <a16:creationId xmlns:a16="http://schemas.microsoft.com/office/drawing/2014/main" id="{C2EA851B-24D4-40F7-88DA-C06AE17096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200" baseline="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2B107E50-40B2-4772-B85C-0CC91BEBC202}"/>
              </a:ext>
            </a:extLst>
          </p:cNvPr>
          <p:cNvSpPr>
            <a:spLocks noGrp="1"/>
          </p:cNvSpPr>
          <p:nvPr>
            <p:ph type="sldNum" sz="quarter" idx="4"/>
          </p:nvPr>
        </p:nvSpPr>
        <p:spPr>
          <a:xfrm>
            <a:off x="753862" y="6356350"/>
            <a:ext cx="2743200" cy="365125"/>
          </a:xfrm>
          <a:prstGeom prst="rect">
            <a:avLst/>
          </a:prstGeom>
        </p:spPr>
        <p:txBody>
          <a:bodyPr vert="horz" lIns="91440" tIns="45720" rIns="91440" bIns="45720" rtlCol="0" anchor="ctr"/>
          <a:lstStyle>
            <a:lvl1pPr algn="l">
              <a:defRPr sz="1000" b="0" spc="200" baseline="0">
                <a:solidFill>
                  <a:schemeClr val="tx1"/>
                </a:solidFill>
                <a:latin typeface="+mj-lt"/>
              </a:defRPr>
            </a:lvl1pPr>
          </a:lstStyle>
          <a:p>
            <a:fld id="{7A9E80BB-C0DF-4F1B-8821-E3FD53412EFF}" type="slidenum">
              <a:rPr lang="en-US" smtClean="0"/>
              <a:pPr/>
              <a:t>‹#›</a:t>
            </a:fld>
            <a:endParaRPr lang="en-US" dirty="0"/>
          </a:p>
        </p:txBody>
      </p:sp>
    </p:spTree>
    <p:extLst>
      <p:ext uri="{BB962C8B-B14F-4D97-AF65-F5344CB8AC3E}">
        <p14:creationId xmlns:p14="http://schemas.microsoft.com/office/powerpoint/2010/main" val="1100496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sv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1.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1.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6.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0.xml.rels><?xml version="1.0" encoding="UTF-8" standalone="yes"?>
<Relationships xmlns="http://schemas.openxmlformats.org/package/2006/relationships"><Relationship Id="rId3" Type="http://schemas.openxmlformats.org/officeDocument/2006/relationships/hyperlink" Target="https://www.researchgate.net/publication/349336797_Spam_review_detection_using_self_attention_based_CNN_and_bi-directional_LSTM" TargetMode="External"/><Relationship Id="rId2" Type="http://schemas.openxmlformats.org/officeDocument/2006/relationships/hyperlink" Target="https://ieeexplore.ieee.org/document/8616482/" TargetMode="External"/><Relationship Id="rId1" Type="http://schemas.openxmlformats.org/officeDocument/2006/relationships/slideLayout" Target="../slideLayouts/slideLayout11.xml"/><Relationship Id="rId6" Type="http://schemas.openxmlformats.org/officeDocument/2006/relationships/hyperlink" Target="https://arxiv.org/abs/2101.00180" TargetMode="External"/><Relationship Id="rId5" Type="http://schemas.openxmlformats.org/officeDocument/2006/relationships/hyperlink" Target="https://www.researchgate.net/publication/317880442_Artificial_intelligence_in_healthcare_past_present_and_future" TargetMode="External"/><Relationship Id="rId4" Type="http://schemas.openxmlformats.org/officeDocument/2006/relationships/hyperlink" Target="https://ieeexplore.ieee.org/iel7/6287639/9668973/09716933.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person playing trumpet">
            <a:extLst>
              <a:ext uri="{FF2B5EF4-FFF2-40B4-BE49-F238E27FC236}">
                <a16:creationId xmlns:a16="http://schemas.microsoft.com/office/drawing/2014/main" id="{82AD9B64-C3B2-4F92-B013-F9D95DDAC0A7}"/>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a:stretch/>
        </p:blipFill>
        <p:spPr>
          <a:xfrm>
            <a:off x="0" y="0"/>
            <a:ext cx="12192000" cy="6858000"/>
          </a:xfrm>
        </p:spPr>
      </p:pic>
      <p:sp>
        <p:nvSpPr>
          <p:cNvPr id="18" name="Title 17">
            <a:extLst>
              <a:ext uri="{FF2B5EF4-FFF2-40B4-BE49-F238E27FC236}">
                <a16:creationId xmlns:a16="http://schemas.microsoft.com/office/drawing/2014/main" id="{40701852-AE6C-4783-8DBD-B0CBAC1662D1}"/>
              </a:ext>
            </a:extLst>
          </p:cNvPr>
          <p:cNvSpPr>
            <a:spLocks noGrp="1"/>
          </p:cNvSpPr>
          <p:nvPr>
            <p:ph type="title"/>
          </p:nvPr>
        </p:nvSpPr>
        <p:spPr>
          <a:xfrm>
            <a:off x="978569" y="0"/>
            <a:ext cx="11213432" cy="5391215"/>
          </a:xfrm>
        </p:spPr>
        <p:txBody>
          <a:bodyPr/>
          <a:lstStyle/>
          <a:p>
            <a:r>
              <a:rPr lang="en-US" sz="4800" b="1" dirty="0">
                <a:latin typeface="Times New Roman" panose="02020603050405020304" pitchFamily="18" charset="0"/>
                <a:ea typeface="Calibri" panose="020F0502020204030204" pitchFamily="34" charset="0"/>
                <a:cs typeface="Times New Roman" panose="02020603050405020304" pitchFamily="18" charset="0"/>
              </a:rPr>
              <a:t>DETECTION OF FAKE SMS</a:t>
            </a:r>
          </a:p>
        </p:txBody>
      </p:sp>
      <p:sp>
        <p:nvSpPr>
          <p:cNvPr id="22" name="Text Placeholder 21">
            <a:extLst>
              <a:ext uri="{FF2B5EF4-FFF2-40B4-BE49-F238E27FC236}">
                <a16:creationId xmlns:a16="http://schemas.microsoft.com/office/drawing/2014/main" id="{749F6AF1-A89E-415F-93B2-6E9E72D0DD21}"/>
              </a:ext>
            </a:extLst>
          </p:cNvPr>
          <p:cNvSpPr>
            <a:spLocks noGrp="1"/>
          </p:cNvSpPr>
          <p:nvPr>
            <p:ph type="body" sz="quarter" idx="15"/>
          </p:nvPr>
        </p:nvSpPr>
        <p:spPr>
          <a:xfrm>
            <a:off x="6433926" y="5391215"/>
            <a:ext cx="5758074" cy="1466785"/>
          </a:xfrm>
        </p:spPr>
        <p:txBody>
          <a:bodyPr/>
          <a:lstStyle/>
          <a:p>
            <a:pPr algn="l">
              <a:lnSpc>
                <a:spcPct val="90000"/>
              </a:lnSpc>
            </a:pPr>
            <a:r>
              <a:rPr lang="en-US" sz="2000" spc="20" dirty="0" err="1">
                <a:latin typeface="Times New Roman" panose="02020603050405020304" pitchFamily="18" charset="0"/>
                <a:cs typeface="Times New Roman" panose="02020603050405020304" pitchFamily="18" charset="0"/>
              </a:rPr>
              <a:t>Athul</a:t>
            </a:r>
            <a:r>
              <a:rPr lang="en-US" sz="2000" spc="20" dirty="0">
                <a:latin typeface="Times New Roman" panose="02020603050405020304" pitchFamily="18" charset="0"/>
                <a:cs typeface="Times New Roman" panose="02020603050405020304" pitchFamily="18" charset="0"/>
              </a:rPr>
              <a:t> </a:t>
            </a:r>
            <a:r>
              <a:rPr lang="en-US" sz="2000" spc="20" dirty="0" err="1">
                <a:latin typeface="Times New Roman" panose="02020603050405020304" pitchFamily="18" charset="0"/>
                <a:cs typeface="Times New Roman" panose="02020603050405020304" pitchFamily="18" charset="0"/>
              </a:rPr>
              <a:t>shaji</a:t>
            </a:r>
            <a:endParaRPr lang="en-US" sz="2000" spc="20" dirty="0">
              <a:latin typeface="Times New Roman" panose="02020603050405020304" pitchFamily="18" charset="0"/>
              <a:cs typeface="Times New Roman" panose="02020603050405020304" pitchFamily="18" charset="0"/>
            </a:endParaRPr>
          </a:p>
          <a:p>
            <a:pPr algn="l">
              <a:lnSpc>
                <a:spcPct val="90000"/>
              </a:lnSpc>
            </a:pPr>
            <a:r>
              <a:rPr lang="en-US" spc="20" dirty="0">
                <a:latin typeface="Times New Roman" panose="02020603050405020304" pitchFamily="18" charset="0"/>
                <a:cs typeface="Times New Roman" panose="02020603050405020304" pitchFamily="18" charset="0"/>
              </a:rPr>
              <a:t>Student id : 10628633</a:t>
            </a:r>
            <a:endParaRPr lang="en-US" sz="2000" spc="20" dirty="0">
              <a:latin typeface="Times New Roman" panose="02020603050405020304" pitchFamily="18" charset="0"/>
              <a:cs typeface="Times New Roman" panose="02020603050405020304" pitchFamily="18" charset="0"/>
            </a:endParaRPr>
          </a:p>
        </p:txBody>
      </p:sp>
      <p:pic>
        <p:nvPicPr>
          <p:cNvPr id="36" name="Graphic 35">
            <a:extLst>
              <a:ext uri="{FF2B5EF4-FFF2-40B4-BE49-F238E27FC236}">
                <a16:creationId xmlns:a16="http://schemas.microsoft.com/office/drawing/2014/main" id="{3CD0F96C-C036-4A88-B85A-765408F6F20F}"/>
              </a:ext>
              <a:ext uri="{C183D7F6-B498-43B3-948B-1728B52AA6E4}">
                <adec:decorative xmlns:adec="http://schemas.microsoft.com/office/drawing/2017/decorative" val="1"/>
              </a:ext>
            </a:extLst>
          </p:cNvPr>
          <p:cNvPicPr>
            <a:picLocks noChangeAspect="1"/>
          </p:cNvPicPr>
          <p:nvPr/>
        </p:nvPicPr>
        <p:blipFill>
          <a:blip r:embed="rId3">
            <a:alphaModFix amt="54000"/>
            <a:extLst>
              <a:ext uri="{96DAC541-7B7A-43D3-8B79-37D633B846F1}">
                <asvg:svgBlip xmlns:asvg="http://schemas.microsoft.com/office/drawing/2016/SVG/main" r:embed="rId4"/>
              </a:ext>
            </a:extLst>
          </a:blip>
          <a:stretch>
            <a:fillRect/>
          </a:stretch>
        </p:blipFill>
        <p:spPr>
          <a:xfrm>
            <a:off x="0" y="0"/>
            <a:ext cx="6434138" cy="6858000"/>
          </a:xfrm>
          <a:prstGeom prst="rect">
            <a:avLst/>
          </a:prstGeom>
        </p:spPr>
      </p:pic>
      <p:pic>
        <p:nvPicPr>
          <p:cNvPr id="10" name="Graphic 9">
            <a:extLst>
              <a:ext uri="{FF2B5EF4-FFF2-40B4-BE49-F238E27FC236}">
                <a16:creationId xmlns:a16="http://schemas.microsoft.com/office/drawing/2014/main" id="{B224A1F6-21F4-4A67-8DDD-53AC739DF5BA}"/>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6430" y="379562"/>
            <a:ext cx="5981700" cy="6858000"/>
          </a:xfrm>
          <a:prstGeom prst="rect">
            <a:avLst/>
          </a:prstGeom>
        </p:spPr>
      </p:pic>
    </p:spTree>
    <p:extLst>
      <p:ext uri="{BB962C8B-B14F-4D97-AF65-F5344CB8AC3E}">
        <p14:creationId xmlns:p14="http://schemas.microsoft.com/office/powerpoint/2010/main" val="1713940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FE58CE81-79F8-4E88-A7B1-6103D70D01B6}"/>
              </a:ext>
            </a:extLst>
          </p:cNvPr>
          <p:cNvSpPr>
            <a:spLocks noGrp="1"/>
          </p:cNvSpPr>
          <p:nvPr>
            <p:ph type="title"/>
          </p:nvPr>
        </p:nvSpPr>
        <p:spPr>
          <a:xfrm>
            <a:off x="6559826" y="1209670"/>
            <a:ext cx="5135764" cy="495300"/>
          </a:xfrm>
        </p:spPr>
        <p:txBody>
          <a:bodyPr/>
          <a:lstStyle/>
          <a:p>
            <a:r>
              <a:rPr lang="en-US" dirty="0"/>
              <a:t>agenda</a:t>
            </a:r>
          </a:p>
        </p:txBody>
      </p:sp>
      <p:pic>
        <p:nvPicPr>
          <p:cNvPr id="8" name="Picture Placeholder 7" descr="A close-up of a drum set">
            <a:extLst>
              <a:ext uri="{FF2B5EF4-FFF2-40B4-BE49-F238E27FC236}">
                <a16:creationId xmlns:a16="http://schemas.microsoft.com/office/drawing/2014/main" id="{D100A0FD-C488-4726-8EF3-3E53B4E7A7BF}"/>
              </a:ext>
              <a:ext uri="{C183D7F6-B498-43B3-948B-1728B52AA6E4}">
                <adec:decorative xmlns:adec="http://schemas.microsoft.com/office/drawing/2017/decorative" val="0"/>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0" y="0"/>
            <a:ext cx="6096000" cy="6858000"/>
          </a:xfrm>
        </p:spPr>
      </p:pic>
      <p:sp>
        <p:nvSpPr>
          <p:cNvPr id="18" name="Text Placeholder 17">
            <a:extLst>
              <a:ext uri="{FF2B5EF4-FFF2-40B4-BE49-F238E27FC236}">
                <a16:creationId xmlns:a16="http://schemas.microsoft.com/office/drawing/2014/main" id="{E104D264-19F5-47BB-9134-C9A3CEBC78EB}"/>
              </a:ext>
            </a:extLst>
          </p:cNvPr>
          <p:cNvSpPr>
            <a:spLocks noGrp="1"/>
          </p:cNvSpPr>
          <p:nvPr>
            <p:ph type="body" sz="quarter" idx="15"/>
          </p:nvPr>
        </p:nvSpPr>
        <p:spPr>
          <a:xfrm>
            <a:off x="6559826" y="1789866"/>
            <a:ext cx="5135764" cy="4429959"/>
          </a:xfrm>
        </p:spPr>
        <p:txBody>
          <a:bodyPr/>
          <a:lstStyle/>
          <a:p>
            <a:r>
              <a:rPr lang="en-US" dirty="0"/>
              <a:t>Introduction​</a:t>
            </a:r>
          </a:p>
          <a:p>
            <a:r>
              <a:rPr lang="en-US" dirty="0"/>
              <a:t>Motivation</a:t>
            </a:r>
          </a:p>
          <a:p>
            <a:r>
              <a:rPr lang="en-US" dirty="0"/>
              <a:t>Previous Work</a:t>
            </a:r>
          </a:p>
          <a:p>
            <a:r>
              <a:rPr lang="en-US" dirty="0"/>
              <a:t>Problem Statement</a:t>
            </a:r>
          </a:p>
          <a:p>
            <a:r>
              <a:rPr lang="en-US" dirty="0"/>
              <a:t>Methodology</a:t>
            </a:r>
          </a:p>
          <a:p>
            <a:r>
              <a:rPr lang="en-US" dirty="0"/>
              <a:t>Results</a:t>
            </a:r>
          </a:p>
          <a:p>
            <a:r>
              <a:rPr lang="en-US" dirty="0"/>
              <a:t>Conclusion and Future Work</a:t>
            </a:r>
          </a:p>
          <a:p>
            <a:r>
              <a:rPr lang="en-US" dirty="0"/>
              <a:t>​</a:t>
            </a:r>
          </a:p>
        </p:txBody>
      </p:sp>
      <p:sp>
        <p:nvSpPr>
          <p:cNvPr id="5" name="Slide Number Placeholder 4">
            <a:extLst>
              <a:ext uri="{FF2B5EF4-FFF2-40B4-BE49-F238E27FC236}">
                <a16:creationId xmlns:a16="http://schemas.microsoft.com/office/drawing/2014/main" id="{44084D5E-27CA-4C1F-A2EC-760AE93FE4D9}"/>
              </a:ext>
            </a:extLst>
          </p:cNvPr>
          <p:cNvSpPr>
            <a:spLocks noGrp="1"/>
          </p:cNvSpPr>
          <p:nvPr>
            <p:ph type="sldNum" sz="quarter" idx="12"/>
          </p:nvPr>
        </p:nvSpPr>
        <p:spPr>
          <a:xfrm>
            <a:off x="753862" y="6356350"/>
            <a:ext cx="2743200" cy="365125"/>
          </a:xfrm>
        </p:spPr>
        <p:txBody>
          <a:bodyPr/>
          <a:lstStyle/>
          <a:p>
            <a:fld id="{7A9E80BB-C0DF-4F1B-8821-E3FD53412EFF}" type="slidenum">
              <a:rPr lang="en-US" smtClean="0"/>
              <a:pPr/>
              <a:t>2</a:t>
            </a:fld>
            <a:endParaRPr lang="en-US" dirty="0"/>
          </a:p>
        </p:txBody>
      </p:sp>
      <p:pic>
        <p:nvPicPr>
          <p:cNvPr id="15" name="Graphic 14">
            <a:extLst>
              <a:ext uri="{FF2B5EF4-FFF2-40B4-BE49-F238E27FC236}">
                <a16:creationId xmlns:a16="http://schemas.microsoft.com/office/drawing/2014/main" id="{A2A52314-D977-4B70-A52B-BD18C4129803}"/>
              </a:ext>
              <a:ext uri="{C183D7F6-B498-43B3-948B-1728B52AA6E4}">
                <adec:decorative xmlns:adec="http://schemas.microsoft.com/office/drawing/2017/decorative" val="1"/>
              </a:ext>
            </a:extLst>
          </p:cNvPr>
          <p:cNvPicPr>
            <a:picLocks noChangeAspect="1"/>
          </p:cNvPicPr>
          <p:nvPr/>
        </p:nvPicPr>
        <p:blipFill rotWithShape="1">
          <a:blip r:embed="rId3">
            <a:alphaModFix amt="54000"/>
            <a:extLst>
              <a:ext uri="{96DAC541-7B7A-43D3-8B79-37D633B846F1}">
                <asvg:svgBlip xmlns:asvg="http://schemas.microsoft.com/office/drawing/2016/SVG/main" r:embed="rId4"/>
              </a:ext>
            </a:extLst>
          </a:blip>
          <a:srcRect l="25000" r="25000"/>
          <a:stretch/>
        </p:blipFill>
        <p:spPr>
          <a:xfrm>
            <a:off x="0" y="0"/>
            <a:ext cx="6096000" cy="6858000"/>
          </a:xfrm>
          <a:prstGeom prst="rect">
            <a:avLst/>
          </a:prstGeom>
        </p:spPr>
      </p:pic>
      <p:pic>
        <p:nvPicPr>
          <p:cNvPr id="62" name="Graphic 61">
            <a:extLst>
              <a:ext uri="{FF2B5EF4-FFF2-40B4-BE49-F238E27FC236}">
                <a16:creationId xmlns:a16="http://schemas.microsoft.com/office/drawing/2014/main" id="{08453B12-6818-452E-8213-837B2C232B5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03311" y="0"/>
            <a:ext cx="3644900" cy="6858000"/>
          </a:xfrm>
          <a:prstGeom prst="rect">
            <a:avLst/>
          </a:prstGeom>
        </p:spPr>
      </p:pic>
    </p:spTree>
    <p:extLst>
      <p:ext uri="{BB962C8B-B14F-4D97-AF65-F5344CB8AC3E}">
        <p14:creationId xmlns:p14="http://schemas.microsoft.com/office/powerpoint/2010/main" val="562094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FFDFC4E2-C9DE-4F2E-A89C-715209C07046}"/>
              </a:ext>
            </a:extLst>
          </p:cNvPr>
          <p:cNvSpPr>
            <a:spLocks noGrp="1"/>
          </p:cNvSpPr>
          <p:nvPr>
            <p:ph type="title"/>
          </p:nvPr>
        </p:nvSpPr>
        <p:spPr>
          <a:xfrm>
            <a:off x="1107463" y="986268"/>
            <a:ext cx="2893813" cy="1034385"/>
          </a:xfrm>
        </p:spPr>
        <p:txBody>
          <a:bodyPr anchor="ctr">
            <a:normAutofit/>
          </a:bodyPr>
          <a:lstStyle/>
          <a:p>
            <a:r>
              <a:rPr lang="en-US"/>
              <a:t>Introduction</a:t>
            </a:r>
            <a:endParaRPr lang="en-US" dirty="0"/>
          </a:p>
        </p:txBody>
      </p:sp>
      <p:sp>
        <p:nvSpPr>
          <p:cNvPr id="16" name="Text Placeholder 15">
            <a:extLst>
              <a:ext uri="{FF2B5EF4-FFF2-40B4-BE49-F238E27FC236}">
                <a16:creationId xmlns:a16="http://schemas.microsoft.com/office/drawing/2014/main" id="{56E7A249-5611-42FD-975D-23A8754CDE38}"/>
              </a:ext>
            </a:extLst>
          </p:cNvPr>
          <p:cNvSpPr>
            <a:spLocks noGrp="1"/>
          </p:cNvSpPr>
          <p:nvPr>
            <p:ph type="body" sz="quarter" idx="15"/>
          </p:nvPr>
        </p:nvSpPr>
        <p:spPr>
          <a:xfrm>
            <a:off x="4541407" y="699461"/>
            <a:ext cx="6547507" cy="1552015"/>
          </a:xfrm>
        </p:spPr>
        <p:txBody>
          <a:bodyPr anchor="ctr">
            <a:normAutofit/>
          </a:bodyPr>
          <a:lstStyle/>
          <a:p>
            <a:r>
              <a:rPr lang="en-US" dirty="0"/>
              <a:t>The research tries to examine the SMS and classify them as HAM or SPAM using machine learning approach.</a:t>
            </a:r>
            <a:endParaRPr lang="en-IN" dirty="0"/>
          </a:p>
          <a:p>
            <a:endParaRPr lang="en-US" dirty="0"/>
          </a:p>
        </p:txBody>
      </p:sp>
      <p:sp>
        <p:nvSpPr>
          <p:cNvPr id="52" name="Slide Number Placeholder 4">
            <a:extLst>
              <a:ext uri="{FF2B5EF4-FFF2-40B4-BE49-F238E27FC236}">
                <a16:creationId xmlns:a16="http://schemas.microsoft.com/office/drawing/2014/main" id="{17CC913F-D609-E4AC-53DE-29E0886A5818}"/>
              </a:ext>
            </a:extLst>
          </p:cNvPr>
          <p:cNvSpPr>
            <a:spLocks noGrp="1"/>
          </p:cNvSpPr>
          <p:nvPr>
            <p:ph type="sldNum" sz="quarter" idx="12"/>
          </p:nvPr>
        </p:nvSpPr>
        <p:spPr>
          <a:xfrm>
            <a:off x="0" y="6356350"/>
            <a:ext cx="3497062" cy="501650"/>
          </a:xfrm>
        </p:spPr>
        <p:txBody>
          <a:bodyPr/>
          <a:lstStyle/>
          <a:p>
            <a:pPr>
              <a:spcAft>
                <a:spcPts val="600"/>
              </a:spcAft>
            </a:pPr>
            <a:fld id="{7A9E80BB-C0DF-4F1B-8821-E3FD53412EFF}" type="slidenum">
              <a:rPr lang="en-US" smtClean="0"/>
              <a:pPr>
                <a:spcAft>
                  <a:spcPts val="600"/>
                </a:spcAft>
              </a:pPr>
              <a:t>3</a:t>
            </a:fld>
            <a:endParaRPr lang="en-US"/>
          </a:p>
        </p:txBody>
      </p:sp>
      <p:pic>
        <p:nvPicPr>
          <p:cNvPr id="8" name="Picture Placeholder 7" descr="A black and white piano close up">
            <a:extLst>
              <a:ext uri="{FF2B5EF4-FFF2-40B4-BE49-F238E27FC236}">
                <a16:creationId xmlns:a16="http://schemas.microsoft.com/office/drawing/2014/main" id="{E9674C4A-15EC-49F9-9558-66BD79A9AFC4}"/>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a:xfrm>
            <a:off x="0" y="2993571"/>
            <a:ext cx="12192000" cy="3864429"/>
          </a:xfrm>
          <a:prstGeom prst="rect">
            <a:avLst/>
          </a:prstGeom>
        </p:spPr>
      </p:pic>
      <p:sp>
        <p:nvSpPr>
          <p:cNvPr id="3" name="Date Placeholder 2">
            <a:extLst>
              <a:ext uri="{FF2B5EF4-FFF2-40B4-BE49-F238E27FC236}">
                <a16:creationId xmlns:a16="http://schemas.microsoft.com/office/drawing/2014/main" id="{E98DCB15-B29C-40F0-9B09-422989A48601}"/>
              </a:ext>
            </a:extLst>
          </p:cNvPr>
          <p:cNvSpPr>
            <a:spLocks/>
          </p:cNvSpPr>
          <p:nvPr/>
        </p:nvSpPr>
        <p:spPr>
          <a:xfrm>
            <a:off x="8694940" y="6356350"/>
            <a:ext cx="3497060" cy="501650"/>
          </a:xfrm>
          <a:prstGeom prst="rect">
            <a:avLst/>
          </a:prstGeom>
        </p:spPr>
        <p:txBody>
          <a:bodyPr/>
          <a:lstStyle/>
          <a:p>
            <a:pPr defTabSz="905256">
              <a:spcAft>
                <a:spcPts val="600"/>
              </a:spcAft>
            </a:pPr>
            <a:r>
              <a:rPr lang="en-US" sz="1782" kern="1200">
                <a:solidFill>
                  <a:schemeClr val="tx1"/>
                </a:solidFill>
                <a:latin typeface="+mn-lt"/>
                <a:ea typeface="+mn-ea"/>
                <a:cs typeface="+mn-cs"/>
              </a:rPr>
              <a:t>20XX</a:t>
            </a:r>
            <a:endParaRPr lang="en-US"/>
          </a:p>
        </p:txBody>
      </p:sp>
      <p:sp>
        <p:nvSpPr>
          <p:cNvPr id="2" name="Graphic 8">
            <a:extLst>
              <a:ext uri="{FF2B5EF4-FFF2-40B4-BE49-F238E27FC236}">
                <a16:creationId xmlns:a16="http://schemas.microsoft.com/office/drawing/2014/main" id="{D16FC2FA-E7D5-403B-BB1A-1AC8E2901086}"/>
              </a:ext>
              <a:ext uri="{C183D7F6-B498-43B3-948B-1728B52AA6E4}">
                <adec:decorative xmlns:adec="http://schemas.microsoft.com/office/drawing/2017/decorative" val="1"/>
              </a:ext>
            </a:extLst>
          </p:cNvPr>
          <p:cNvSpPr/>
          <p:nvPr/>
        </p:nvSpPr>
        <p:spPr>
          <a:xfrm>
            <a:off x="6484776" y="6242180"/>
            <a:ext cx="5706970" cy="612241"/>
          </a:xfrm>
          <a:custGeom>
            <a:avLst/>
            <a:gdLst>
              <a:gd name="connsiteX0" fmla="*/ 0 w 12191746"/>
              <a:gd name="connsiteY0" fmla="*/ 0 h 3860851"/>
              <a:gd name="connsiteX1" fmla="*/ 12191746 w 12191746"/>
              <a:gd name="connsiteY1" fmla="*/ 0 h 3860851"/>
              <a:gd name="connsiteX2" fmla="*/ 12191746 w 12191746"/>
              <a:gd name="connsiteY2" fmla="*/ 3860852 h 3860851"/>
              <a:gd name="connsiteX3" fmla="*/ 0 w 12191746"/>
              <a:gd name="connsiteY3" fmla="*/ 3860852 h 3860851"/>
            </a:gdLst>
            <a:ahLst/>
            <a:cxnLst>
              <a:cxn ang="0">
                <a:pos x="connsiteX0" y="connsiteY0"/>
              </a:cxn>
              <a:cxn ang="0">
                <a:pos x="connsiteX1" y="connsiteY1"/>
              </a:cxn>
              <a:cxn ang="0">
                <a:pos x="connsiteX2" y="connsiteY2"/>
              </a:cxn>
              <a:cxn ang="0">
                <a:pos x="connsiteX3" y="connsiteY3"/>
              </a:cxn>
            </a:cxnLst>
            <a:rect l="l" t="t" r="r" b="b"/>
            <a:pathLst>
              <a:path w="12191746" h="3860851">
                <a:moveTo>
                  <a:pt x="0" y="0"/>
                </a:moveTo>
                <a:lnTo>
                  <a:pt x="12191746" y="0"/>
                </a:lnTo>
                <a:lnTo>
                  <a:pt x="12191746" y="3860852"/>
                </a:lnTo>
                <a:lnTo>
                  <a:pt x="0" y="3860852"/>
                </a:lnTo>
                <a:close/>
              </a:path>
            </a:pathLst>
          </a:custGeom>
          <a:solidFill>
            <a:schemeClr val="accent6">
              <a:alpha val="15000"/>
            </a:schemeClr>
          </a:solidFill>
          <a:ln w="12700" cap="flat">
            <a:noFill/>
            <a:prstDash val="solid"/>
            <a:miter/>
          </a:ln>
        </p:spPr>
        <p:txBody>
          <a:bodyPr rtlCol="0" anchor="ctr"/>
          <a:lstStyle/>
          <a:p>
            <a:endParaRPr lang="en-IN" dirty="0"/>
          </a:p>
        </p:txBody>
      </p:sp>
      <p:pic>
        <p:nvPicPr>
          <p:cNvPr id="47" name="Graphic 46">
            <a:extLst>
              <a:ext uri="{FF2B5EF4-FFF2-40B4-BE49-F238E27FC236}">
                <a16:creationId xmlns:a16="http://schemas.microsoft.com/office/drawing/2014/main" id="{FEC87FBB-9057-4D42-BFB8-C20E962AB29D}"/>
              </a:ext>
              <a:ext uri="{C183D7F6-B498-43B3-948B-1728B52AA6E4}">
                <adec:decorative xmlns:adec="http://schemas.microsoft.com/office/drawing/2017/decorative" val="1"/>
              </a:ext>
            </a:extLst>
          </p:cNvPr>
          <p:cNvPicPr>
            <a:picLocks noChangeAspect="1"/>
          </p:cNvPicPr>
          <p:nvPr/>
        </p:nvPicPr>
        <p:blipFill>
          <a:blip r:embed="rId3">
            <a:alphaModFix amt="54000"/>
            <a:extLst>
              <a:ext uri="{96DAC541-7B7A-43D3-8B79-37D633B846F1}">
                <asvg:svgBlip xmlns:asvg="http://schemas.microsoft.com/office/drawing/2016/SVG/main" r:embed="rId4"/>
              </a:ext>
            </a:extLst>
          </a:blip>
          <a:stretch>
            <a:fillRect/>
          </a:stretch>
        </p:blipFill>
        <p:spPr>
          <a:xfrm>
            <a:off x="0" y="2993570"/>
            <a:ext cx="12192000" cy="3362780"/>
          </a:xfrm>
          <a:prstGeom prst="rect">
            <a:avLst/>
          </a:prstGeom>
        </p:spPr>
      </p:pic>
    </p:spTree>
    <p:extLst>
      <p:ext uri="{BB962C8B-B14F-4D97-AF65-F5344CB8AC3E}">
        <p14:creationId xmlns:p14="http://schemas.microsoft.com/office/powerpoint/2010/main" val="766742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A365D2C-2AF4-4356-BA8C-0913B319071A}"/>
              </a:ext>
            </a:extLst>
          </p:cNvPr>
          <p:cNvSpPr>
            <a:spLocks noGrp="1"/>
          </p:cNvSpPr>
          <p:nvPr>
            <p:ph type="title"/>
          </p:nvPr>
        </p:nvSpPr>
        <p:spPr>
          <a:xfrm>
            <a:off x="735562" y="514418"/>
            <a:ext cx="10515600" cy="501852"/>
          </a:xfrm>
        </p:spPr>
        <p:txBody>
          <a:bodyPr>
            <a:normAutofit/>
          </a:bodyPr>
          <a:lstStyle/>
          <a:p>
            <a:r>
              <a:rPr lang="en-US" sz="2700" kern="1200" cap="all" spc="200" baseline="0" noProof="0">
                <a:latin typeface="+mj-lt"/>
                <a:ea typeface="+mj-ea"/>
                <a:cs typeface="+mj-cs"/>
              </a:rPr>
              <a:t>motivation</a:t>
            </a:r>
            <a:endParaRPr lang="en-US" sz="2700" kern="1200" cap="all" spc="200" baseline="0">
              <a:latin typeface="+mj-lt"/>
              <a:ea typeface="+mj-ea"/>
              <a:cs typeface="+mj-cs"/>
            </a:endParaRPr>
          </a:p>
        </p:txBody>
      </p:sp>
      <p:sp>
        <p:nvSpPr>
          <p:cNvPr id="60" name="Slide Number Placeholder 3">
            <a:extLst>
              <a:ext uri="{FF2B5EF4-FFF2-40B4-BE49-F238E27FC236}">
                <a16:creationId xmlns:a16="http://schemas.microsoft.com/office/drawing/2014/main" id="{C23277D1-384F-7742-2140-CAC866E9F5B6}"/>
              </a:ext>
            </a:extLst>
          </p:cNvPr>
          <p:cNvSpPr>
            <a:spLocks noGrp="1"/>
          </p:cNvSpPr>
          <p:nvPr>
            <p:ph type="sldNum" sz="quarter" idx="12"/>
          </p:nvPr>
        </p:nvSpPr>
        <p:spPr>
          <a:xfrm>
            <a:off x="753862" y="6356350"/>
            <a:ext cx="2743200" cy="365125"/>
          </a:xfrm>
        </p:spPr>
        <p:txBody>
          <a:bodyPr vert="horz" lIns="91440" tIns="45720" rIns="91440" bIns="45720" rtlCol="0" anchor="ctr">
            <a:normAutofit/>
          </a:bodyPr>
          <a:lstStyle/>
          <a:p>
            <a:pPr>
              <a:spcAft>
                <a:spcPts val="600"/>
              </a:spcAft>
            </a:pPr>
            <a:fld id="{7A9E80BB-C0DF-4F1B-8821-E3FD53412EFF}" type="slidenum">
              <a:rPr lang="en-US" smtClean="0"/>
              <a:pPr>
                <a:spcAft>
                  <a:spcPts val="600"/>
                </a:spcAft>
              </a:pPr>
              <a:t>4</a:t>
            </a:fld>
            <a:endParaRPr lang="en-US"/>
          </a:p>
        </p:txBody>
      </p:sp>
      <p:graphicFrame>
        <p:nvGraphicFramePr>
          <p:cNvPr id="62" name="Picture Placeholder 6">
            <a:extLst>
              <a:ext uri="{FF2B5EF4-FFF2-40B4-BE49-F238E27FC236}">
                <a16:creationId xmlns:a16="http://schemas.microsoft.com/office/drawing/2014/main" id="{6D69A4F3-936B-995F-4030-D186AD1708AA}"/>
              </a:ext>
            </a:extLst>
          </p:cNvPr>
          <p:cNvGraphicFramePr/>
          <p:nvPr>
            <p:extLst>
              <p:ext uri="{D42A27DB-BD31-4B8C-83A1-F6EECF244321}">
                <p14:modId xmlns:p14="http://schemas.microsoft.com/office/powerpoint/2010/main" val="1551703293"/>
              </p:ext>
            </p:extLst>
          </p:nvPr>
        </p:nvGraphicFramePr>
        <p:xfrm>
          <a:off x="838200" y="1495425"/>
          <a:ext cx="10515600" cy="4649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0137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562" y="514418"/>
            <a:ext cx="10515600" cy="501852"/>
          </a:xfrm>
        </p:spPr>
        <p:txBody>
          <a:bodyPr vert="horz" lIns="91440" tIns="45720" rIns="91440" bIns="45720" rtlCol="0">
            <a:normAutofit/>
          </a:bodyPr>
          <a:lstStyle/>
          <a:p>
            <a:r>
              <a:rPr lang="en-US" sz="2700" dirty="0"/>
              <a:t>Previous work</a:t>
            </a:r>
          </a:p>
        </p:txBody>
      </p:sp>
      <p:sp>
        <p:nvSpPr>
          <p:cNvPr id="8" name="Slide Number Placeholder 3">
            <a:extLst>
              <a:ext uri="{FF2B5EF4-FFF2-40B4-BE49-F238E27FC236}">
                <a16:creationId xmlns:a16="http://schemas.microsoft.com/office/drawing/2014/main" id="{A4ACF9CA-3037-BC81-8A27-2E8EEF84DDB3}"/>
              </a:ext>
            </a:extLst>
          </p:cNvPr>
          <p:cNvSpPr>
            <a:spLocks noGrp="1"/>
          </p:cNvSpPr>
          <p:nvPr>
            <p:ph type="sldNum" sz="quarter" idx="12"/>
          </p:nvPr>
        </p:nvSpPr>
        <p:spPr>
          <a:xfrm>
            <a:off x="753862" y="6356350"/>
            <a:ext cx="2743200" cy="365125"/>
          </a:xfrm>
        </p:spPr>
        <p:txBody>
          <a:bodyPr anchor="ctr">
            <a:normAutofit/>
          </a:bodyPr>
          <a:lstStyle/>
          <a:p>
            <a:pPr>
              <a:spcAft>
                <a:spcPts val="600"/>
              </a:spcAft>
            </a:pPr>
            <a:fld id="{7A9E80BB-C0DF-4F1B-8821-E3FD53412EFF}" type="slidenum">
              <a:rPr lang="en-US" smtClean="0"/>
              <a:pPr>
                <a:spcAft>
                  <a:spcPts val="600"/>
                </a:spcAft>
              </a:pPr>
              <a:t>5</a:t>
            </a:fld>
            <a:endParaRPr lang="en-US"/>
          </a:p>
        </p:txBody>
      </p:sp>
      <p:graphicFrame>
        <p:nvGraphicFramePr>
          <p:cNvPr id="5" name="Table 4">
            <a:extLst>
              <a:ext uri="{FF2B5EF4-FFF2-40B4-BE49-F238E27FC236}">
                <a16:creationId xmlns:a16="http://schemas.microsoft.com/office/drawing/2014/main" id="{05EEB1A9-FDEE-28C7-7069-A09E8505337D}"/>
              </a:ext>
            </a:extLst>
          </p:cNvPr>
          <p:cNvGraphicFramePr>
            <a:graphicFrameLocks noGrp="1"/>
          </p:cNvGraphicFramePr>
          <p:nvPr>
            <p:extLst>
              <p:ext uri="{D42A27DB-BD31-4B8C-83A1-F6EECF244321}">
                <p14:modId xmlns:p14="http://schemas.microsoft.com/office/powerpoint/2010/main" val="1138118433"/>
              </p:ext>
            </p:extLst>
          </p:nvPr>
        </p:nvGraphicFramePr>
        <p:xfrm>
          <a:off x="838200" y="2051451"/>
          <a:ext cx="10515602" cy="3758891"/>
        </p:xfrm>
        <a:graphic>
          <a:graphicData uri="http://schemas.openxmlformats.org/drawingml/2006/table">
            <a:tbl>
              <a:tblPr firstRow="1" firstCol="1" bandRow="1">
                <a:tableStyleId>{5C22544A-7EE6-4342-B048-85BDC9FD1C3A}</a:tableStyleId>
              </a:tblPr>
              <a:tblGrid>
                <a:gridCol w="2601955">
                  <a:extLst>
                    <a:ext uri="{9D8B030D-6E8A-4147-A177-3AD203B41FA5}">
                      <a16:colId xmlns:a16="http://schemas.microsoft.com/office/drawing/2014/main" val="4089735805"/>
                    </a:ext>
                  </a:extLst>
                </a:gridCol>
                <a:gridCol w="1551335">
                  <a:extLst>
                    <a:ext uri="{9D8B030D-6E8A-4147-A177-3AD203B41FA5}">
                      <a16:colId xmlns:a16="http://schemas.microsoft.com/office/drawing/2014/main" val="310313042"/>
                    </a:ext>
                  </a:extLst>
                </a:gridCol>
                <a:gridCol w="1940679">
                  <a:extLst>
                    <a:ext uri="{9D8B030D-6E8A-4147-A177-3AD203B41FA5}">
                      <a16:colId xmlns:a16="http://schemas.microsoft.com/office/drawing/2014/main" val="3947508388"/>
                    </a:ext>
                  </a:extLst>
                </a:gridCol>
                <a:gridCol w="1949120">
                  <a:extLst>
                    <a:ext uri="{9D8B030D-6E8A-4147-A177-3AD203B41FA5}">
                      <a16:colId xmlns:a16="http://schemas.microsoft.com/office/drawing/2014/main" val="3712839073"/>
                    </a:ext>
                  </a:extLst>
                </a:gridCol>
                <a:gridCol w="2472513">
                  <a:extLst>
                    <a:ext uri="{9D8B030D-6E8A-4147-A177-3AD203B41FA5}">
                      <a16:colId xmlns:a16="http://schemas.microsoft.com/office/drawing/2014/main" val="3543450166"/>
                    </a:ext>
                  </a:extLst>
                </a:gridCol>
              </a:tblGrid>
              <a:tr h="251678">
                <a:tc>
                  <a:txBody>
                    <a:bodyPr/>
                    <a:lstStyle/>
                    <a:p>
                      <a:pPr algn="just">
                        <a:lnSpc>
                          <a:spcPct val="107000"/>
                        </a:lnSpc>
                        <a:spcBef>
                          <a:spcPts val="1200"/>
                        </a:spcBef>
                        <a:spcAft>
                          <a:spcPts val="1200"/>
                        </a:spcAft>
                      </a:pPr>
                      <a:r>
                        <a:rPr lang="en-US" sz="1300" kern="100" dirty="0">
                          <a:effectLst/>
                        </a:rPr>
                        <a:t>Title</a:t>
                      </a: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429" marR="73429" marT="0" marB="0"/>
                </a:tc>
                <a:tc>
                  <a:txBody>
                    <a:bodyPr/>
                    <a:lstStyle/>
                    <a:p>
                      <a:pPr algn="just">
                        <a:lnSpc>
                          <a:spcPct val="107000"/>
                        </a:lnSpc>
                        <a:spcBef>
                          <a:spcPts val="1200"/>
                        </a:spcBef>
                        <a:spcAft>
                          <a:spcPts val="1200"/>
                        </a:spcAft>
                      </a:pPr>
                      <a:r>
                        <a:rPr lang="en-US" sz="1300" kern="100">
                          <a:effectLst/>
                        </a:rPr>
                        <a:t>Year</a:t>
                      </a:r>
                      <a:endParaRPr lang="en-IN"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3429" marR="73429" marT="0" marB="0"/>
                </a:tc>
                <a:tc>
                  <a:txBody>
                    <a:bodyPr/>
                    <a:lstStyle/>
                    <a:p>
                      <a:pPr algn="just">
                        <a:lnSpc>
                          <a:spcPct val="107000"/>
                        </a:lnSpc>
                        <a:spcBef>
                          <a:spcPts val="1200"/>
                        </a:spcBef>
                        <a:spcAft>
                          <a:spcPts val="1200"/>
                        </a:spcAft>
                      </a:pPr>
                      <a:r>
                        <a:rPr lang="en-US" sz="1300" kern="100">
                          <a:effectLst/>
                        </a:rPr>
                        <a:t>Algorithm</a:t>
                      </a:r>
                      <a:endParaRPr lang="en-IN"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3429" marR="73429" marT="0" marB="0"/>
                </a:tc>
                <a:tc>
                  <a:txBody>
                    <a:bodyPr/>
                    <a:lstStyle/>
                    <a:p>
                      <a:pPr algn="just">
                        <a:lnSpc>
                          <a:spcPct val="107000"/>
                        </a:lnSpc>
                        <a:spcBef>
                          <a:spcPts val="1200"/>
                        </a:spcBef>
                        <a:spcAft>
                          <a:spcPts val="1200"/>
                        </a:spcAft>
                      </a:pPr>
                      <a:r>
                        <a:rPr lang="en-US" sz="1300" kern="100">
                          <a:effectLst/>
                        </a:rPr>
                        <a:t>Contribution</a:t>
                      </a:r>
                      <a:endParaRPr lang="en-IN"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3429" marR="73429" marT="0" marB="0"/>
                </a:tc>
                <a:tc>
                  <a:txBody>
                    <a:bodyPr/>
                    <a:lstStyle/>
                    <a:p>
                      <a:pPr algn="just">
                        <a:lnSpc>
                          <a:spcPct val="107000"/>
                        </a:lnSpc>
                        <a:spcBef>
                          <a:spcPts val="1200"/>
                        </a:spcBef>
                        <a:spcAft>
                          <a:spcPts val="1200"/>
                        </a:spcAft>
                      </a:pPr>
                      <a:r>
                        <a:rPr lang="en-US" sz="1300" kern="100">
                          <a:effectLst/>
                        </a:rPr>
                        <a:t>Research Gap</a:t>
                      </a:r>
                      <a:endParaRPr lang="en-IN"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3429" marR="73429" marT="0" marB="0"/>
                </a:tc>
                <a:extLst>
                  <a:ext uri="{0D108BD9-81ED-4DB2-BD59-A6C34878D82A}">
                    <a16:rowId xmlns:a16="http://schemas.microsoft.com/office/drawing/2014/main" val="966175121"/>
                  </a:ext>
                </a:extLst>
              </a:tr>
              <a:tr h="904955">
                <a:tc>
                  <a:txBody>
                    <a:bodyPr/>
                    <a:lstStyle/>
                    <a:p>
                      <a:pPr marL="0" marR="0" algn="ctr">
                        <a:lnSpc>
                          <a:spcPct val="107000"/>
                        </a:lnSpc>
                        <a:spcBef>
                          <a:spcPts val="0"/>
                        </a:spcBef>
                        <a:spcAft>
                          <a:spcPts val="800"/>
                        </a:spcAft>
                      </a:pP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XINhYI</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ZHOU, Reza ZAFFARANI</a:t>
                      </a:r>
                    </a:p>
                  </a:txBody>
                  <a:tcPr marL="68580" marR="68580" marT="0" marB="0"/>
                </a:tc>
                <a:tc>
                  <a:txBody>
                    <a:bodyPr/>
                    <a:lstStyle/>
                    <a:p>
                      <a:pPr marL="0" marR="0" algn="ctr">
                        <a:lnSpc>
                          <a:spcPct val="107000"/>
                        </a:lnSpc>
                        <a:spcBef>
                          <a:spcPts val="0"/>
                        </a:spcBef>
                        <a:spcAft>
                          <a:spcPts val="8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 Survey of Fake News:  Detection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Methods,along</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with the   Opportunities</a:t>
                      </a:r>
                    </a:p>
                  </a:txBody>
                  <a:tcPr marL="68580" marR="68580" marT="0" marB="0"/>
                </a:tc>
                <a:tc>
                  <a:txBody>
                    <a:bodyPr/>
                    <a:lstStyle/>
                    <a:p>
                      <a:pPr marL="0" marR="0" algn="ctr">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2020</a:t>
                      </a:r>
                    </a:p>
                  </a:txBody>
                  <a:tcPr marL="68580" marR="68580" marT="0" marB="0"/>
                </a:tc>
                <a:tc>
                  <a:txBody>
                    <a:bodyPr/>
                    <a:lstStyle/>
                    <a:p>
                      <a:pPr marL="0" marR="0" algn="ctr">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Detection methods for fake news, interdisciplinary Research, fundamental theories</a:t>
                      </a:r>
                    </a:p>
                  </a:txBody>
                  <a:tcPr marL="68580" marR="68580" marT="0" marB="0"/>
                </a:tc>
                <a:tc>
                  <a:txBody>
                    <a:bodyPr/>
                    <a:lstStyle/>
                    <a:p>
                      <a:pPr marL="0" marR="0" algn="ctr">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Fake news detection methods</a:t>
                      </a:r>
                    </a:p>
                  </a:txBody>
                  <a:tcPr marL="68580" marR="68580" marT="0" marB="0"/>
                </a:tc>
                <a:extLst>
                  <a:ext uri="{0D108BD9-81ED-4DB2-BD59-A6C34878D82A}">
                    <a16:rowId xmlns:a16="http://schemas.microsoft.com/office/drawing/2014/main" val="2216046929"/>
                  </a:ext>
                </a:extLst>
              </a:tr>
              <a:tr h="1340473">
                <a:tc>
                  <a:txBody>
                    <a:bodyPr/>
                    <a:lstStyle/>
                    <a:p>
                      <a:pPr marL="0" marR="0" algn="ctr">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 MRIDHA, MD. SAIFUR RAHMAN</a:t>
                      </a:r>
                    </a:p>
                  </a:txBody>
                  <a:tcPr marL="68580" marR="68580" marT="0" marB="0"/>
                </a:tc>
                <a:tc>
                  <a:txBody>
                    <a:bodyPr/>
                    <a:lstStyle/>
                    <a:p>
                      <a:pPr marL="0" marR="0" algn="ctr">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 Comprehensive Review on Fake articles and  News Detection With Deep Learning</a:t>
                      </a:r>
                    </a:p>
                  </a:txBody>
                  <a:tcPr marL="68580" marR="68580" marT="0" marB="0"/>
                </a:tc>
                <a:tc>
                  <a:txBody>
                    <a:bodyPr/>
                    <a:lstStyle/>
                    <a:p>
                      <a:pPr marL="0" marR="0" algn="ctr">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2019</a:t>
                      </a:r>
                    </a:p>
                  </a:txBody>
                  <a:tcPr marL="68580" marR="68580" marT="0" marB="0"/>
                </a:tc>
                <a:tc>
                  <a:txBody>
                    <a:bodyPr/>
                    <a:lstStyle/>
                    <a:p>
                      <a:pPr marL="0" marR="0" algn="ctr">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Exploration of DL based techniques for fake news detection</a:t>
                      </a:r>
                    </a:p>
                  </a:txBody>
                  <a:tcPr marL="68580" marR="68580" marT="0" marB="0"/>
                </a:tc>
                <a:tc>
                  <a:txBody>
                    <a:bodyPr/>
                    <a:lstStyle/>
                    <a:p>
                      <a:pPr marL="0" marR="0" algn="ctr">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Deep learning methods</a:t>
                      </a:r>
                    </a:p>
                  </a:txBody>
                  <a:tcPr marL="68580" marR="68580" marT="0" marB="0"/>
                </a:tc>
                <a:extLst>
                  <a:ext uri="{0D108BD9-81ED-4DB2-BD59-A6C34878D82A}">
                    <a16:rowId xmlns:a16="http://schemas.microsoft.com/office/drawing/2014/main" val="3972680896"/>
                  </a:ext>
                </a:extLst>
              </a:tr>
              <a:tr h="1040631">
                <a:tc>
                  <a:txBody>
                    <a:bodyPr/>
                    <a:lstStyle/>
                    <a:p>
                      <a:pPr marL="0" marR="0" algn="ctr">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Olusola  Odusami</a:t>
                      </a:r>
                    </a:p>
                  </a:txBody>
                  <a:tcPr marL="68580" marR="68580" marT="0" marB="0"/>
                </a:tc>
                <a:tc>
                  <a:txBody>
                    <a:bodyPr/>
                    <a:lstStyle/>
                    <a:p>
                      <a:pPr marL="0" marR="0" algn="ctr">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 review of soft techniques , and applications</a:t>
                      </a:r>
                    </a:p>
                  </a:txBody>
                  <a:tcPr marL="68580" marR="68580" marT="0" marB="0"/>
                </a:tc>
                <a:tc>
                  <a:txBody>
                    <a:bodyPr/>
                    <a:lstStyle/>
                    <a:p>
                      <a:pPr marL="0" marR="0" algn="ctr">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2018</a:t>
                      </a:r>
                    </a:p>
                  </a:txBody>
                  <a:tcPr marL="68580" marR="68580" marT="0" marB="0"/>
                </a:tc>
                <a:tc>
                  <a:txBody>
                    <a:bodyPr/>
                    <a:lstStyle/>
                    <a:p>
                      <a:pPr marL="0" marR="0" algn="ctr">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Review and identification of SMS spam classification methodologies</a:t>
                      </a:r>
                    </a:p>
                  </a:txBody>
                  <a:tcPr marL="68580" marR="68580" marT="0" marB="0"/>
                </a:tc>
                <a:tc>
                  <a:txBody>
                    <a:bodyPr/>
                    <a:lstStyle/>
                    <a:p>
                      <a:pPr marL="0" marR="0" algn="ctr">
                        <a:lnSpc>
                          <a:spcPct val="107000"/>
                        </a:lnSpc>
                        <a:spcBef>
                          <a:spcPts val="0"/>
                        </a:spcBef>
                        <a:spcAft>
                          <a:spcPts val="8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Soft techniques, SMS spam classification methods and approaches</a:t>
                      </a:r>
                    </a:p>
                  </a:txBody>
                  <a:tcPr marL="68580" marR="68580" marT="0" marB="0"/>
                </a:tc>
                <a:extLst>
                  <a:ext uri="{0D108BD9-81ED-4DB2-BD59-A6C34878D82A}">
                    <a16:rowId xmlns:a16="http://schemas.microsoft.com/office/drawing/2014/main" val="3801435729"/>
                  </a:ext>
                </a:extLst>
              </a:tr>
            </a:tbl>
          </a:graphicData>
        </a:graphic>
      </p:graphicFrame>
    </p:spTree>
    <p:extLst>
      <p:ext uri="{BB962C8B-B14F-4D97-AF65-F5344CB8AC3E}">
        <p14:creationId xmlns:p14="http://schemas.microsoft.com/office/powerpoint/2010/main" val="280135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735562" y="514418"/>
            <a:ext cx="10515600" cy="501852"/>
          </a:xfrm>
        </p:spPr>
        <p:txBody>
          <a:bodyPr vert="horz" lIns="91440" tIns="45720" rIns="91440" bIns="45720" rtlCol="0">
            <a:normAutofit/>
          </a:bodyPr>
          <a:lstStyle/>
          <a:p>
            <a:r>
              <a:rPr lang="en-US" sz="2700"/>
              <a:t>Continued…</a:t>
            </a:r>
          </a:p>
        </p:txBody>
      </p:sp>
      <p:sp>
        <p:nvSpPr>
          <p:cNvPr id="10" name="Slide Number Placeholder 3">
            <a:extLst>
              <a:ext uri="{FF2B5EF4-FFF2-40B4-BE49-F238E27FC236}">
                <a16:creationId xmlns:a16="http://schemas.microsoft.com/office/drawing/2014/main" id="{A392CF4C-E92B-4583-301C-4E59469604A9}"/>
              </a:ext>
            </a:extLst>
          </p:cNvPr>
          <p:cNvSpPr>
            <a:spLocks noGrp="1"/>
          </p:cNvSpPr>
          <p:nvPr>
            <p:ph type="sldNum" sz="quarter" idx="12"/>
          </p:nvPr>
        </p:nvSpPr>
        <p:spPr>
          <a:xfrm>
            <a:off x="753862" y="6356350"/>
            <a:ext cx="2743200" cy="365125"/>
          </a:xfrm>
        </p:spPr>
        <p:txBody>
          <a:bodyPr anchor="ctr">
            <a:normAutofit/>
          </a:bodyPr>
          <a:lstStyle/>
          <a:p>
            <a:pPr>
              <a:spcAft>
                <a:spcPts val="600"/>
              </a:spcAft>
            </a:pPr>
            <a:fld id="{7A9E80BB-C0DF-4F1B-8821-E3FD53412EFF}" type="slidenum">
              <a:rPr lang="en-US" smtClean="0"/>
              <a:pPr>
                <a:spcAft>
                  <a:spcPts val="600"/>
                </a:spcAft>
              </a:pPr>
              <a:t>6</a:t>
            </a:fld>
            <a:endParaRPr lang="en-US"/>
          </a:p>
        </p:txBody>
      </p:sp>
      <p:graphicFrame>
        <p:nvGraphicFramePr>
          <p:cNvPr id="2" name="Table 1">
            <a:extLst>
              <a:ext uri="{FF2B5EF4-FFF2-40B4-BE49-F238E27FC236}">
                <a16:creationId xmlns:a16="http://schemas.microsoft.com/office/drawing/2014/main" id="{2433F93E-F52C-09DC-4597-C1D6B7E3C781}"/>
              </a:ext>
            </a:extLst>
          </p:cNvPr>
          <p:cNvGraphicFramePr>
            <a:graphicFrameLocks noGrp="1"/>
          </p:cNvGraphicFramePr>
          <p:nvPr>
            <p:extLst>
              <p:ext uri="{D42A27DB-BD31-4B8C-83A1-F6EECF244321}">
                <p14:modId xmlns:p14="http://schemas.microsoft.com/office/powerpoint/2010/main" val="2122232831"/>
              </p:ext>
            </p:extLst>
          </p:nvPr>
        </p:nvGraphicFramePr>
        <p:xfrm>
          <a:off x="735563" y="2009520"/>
          <a:ext cx="10671952" cy="3821653"/>
        </p:xfrm>
        <a:graphic>
          <a:graphicData uri="http://schemas.openxmlformats.org/drawingml/2006/table">
            <a:tbl>
              <a:tblPr firstRow="1" firstCol="1" bandRow="1">
                <a:tableStyleId>{5C22544A-7EE6-4342-B048-85BDC9FD1C3A}</a:tableStyleId>
              </a:tblPr>
              <a:tblGrid>
                <a:gridCol w="2640642">
                  <a:extLst>
                    <a:ext uri="{9D8B030D-6E8A-4147-A177-3AD203B41FA5}">
                      <a16:colId xmlns:a16="http://schemas.microsoft.com/office/drawing/2014/main" val="3516547604"/>
                    </a:ext>
                  </a:extLst>
                </a:gridCol>
                <a:gridCol w="1574400">
                  <a:extLst>
                    <a:ext uri="{9D8B030D-6E8A-4147-A177-3AD203B41FA5}">
                      <a16:colId xmlns:a16="http://schemas.microsoft.com/office/drawing/2014/main" val="262836950"/>
                    </a:ext>
                  </a:extLst>
                </a:gridCol>
                <a:gridCol w="1969535">
                  <a:extLst>
                    <a:ext uri="{9D8B030D-6E8A-4147-A177-3AD203B41FA5}">
                      <a16:colId xmlns:a16="http://schemas.microsoft.com/office/drawing/2014/main" val="1559464248"/>
                    </a:ext>
                  </a:extLst>
                </a:gridCol>
                <a:gridCol w="1978100">
                  <a:extLst>
                    <a:ext uri="{9D8B030D-6E8A-4147-A177-3AD203B41FA5}">
                      <a16:colId xmlns:a16="http://schemas.microsoft.com/office/drawing/2014/main" val="3332423008"/>
                    </a:ext>
                  </a:extLst>
                </a:gridCol>
                <a:gridCol w="2509275">
                  <a:extLst>
                    <a:ext uri="{9D8B030D-6E8A-4147-A177-3AD203B41FA5}">
                      <a16:colId xmlns:a16="http://schemas.microsoft.com/office/drawing/2014/main" val="259029513"/>
                    </a:ext>
                  </a:extLst>
                </a:gridCol>
              </a:tblGrid>
              <a:tr h="311854">
                <a:tc>
                  <a:txBody>
                    <a:bodyPr/>
                    <a:lstStyle/>
                    <a:p>
                      <a:pPr algn="just">
                        <a:lnSpc>
                          <a:spcPct val="107000"/>
                        </a:lnSpc>
                        <a:spcBef>
                          <a:spcPts val="1200"/>
                        </a:spcBef>
                        <a:spcAft>
                          <a:spcPts val="1200"/>
                        </a:spcAft>
                      </a:pPr>
                      <a:r>
                        <a:rPr lang="en-US" sz="1300" kern="100" dirty="0">
                          <a:effectLst/>
                        </a:rPr>
                        <a:t>Title</a:t>
                      </a: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429" marR="73429" marT="0" marB="0"/>
                </a:tc>
                <a:tc>
                  <a:txBody>
                    <a:bodyPr/>
                    <a:lstStyle/>
                    <a:p>
                      <a:pPr algn="just">
                        <a:lnSpc>
                          <a:spcPct val="107000"/>
                        </a:lnSpc>
                        <a:spcBef>
                          <a:spcPts val="1200"/>
                        </a:spcBef>
                        <a:spcAft>
                          <a:spcPts val="1200"/>
                        </a:spcAft>
                      </a:pPr>
                      <a:r>
                        <a:rPr lang="en-US" sz="1300" kern="100">
                          <a:effectLst/>
                        </a:rPr>
                        <a:t>Year</a:t>
                      </a:r>
                      <a:endParaRPr lang="en-IN"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3429" marR="73429" marT="0" marB="0"/>
                </a:tc>
                <a:tc>
                  <a:txBody>
                    <a:bodyPr/>
                    <a:lstStyle/>
                    <a:p>
                      <a:pPr algn="just">
                        <a:lnSpc>
                          <a:spcPct val="107000"/>
                        </a:lnSpc>
                        <a:spcBef>
                          <a:spcPts val="1200"/>
                        </a:spcBef>
                        <a:spcAft>
                          <a:spcPts val="1200"/>
                        </a:spcAft>
                      </a:pPr>
                      <a:r>
                        <a:rPr lang="en-US" sz="1300" kern="100">
                          <a:effectLst/>
                        </a:rPr>
                        <a:t>Algorithm</a:t>
                      </a:r>
                      <a:endParaRPr lang="en-IN"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3429" marR="73429" marT="0" marB="0"/>
                </a:tc>
                <a:tc>
                  <a:txBody>
                    <a:bodyPr/>
                    <a:lstStyle/>
                    <a:p>
                      <a:pPr algn="just">
                        <a:lnSpc>
                          <a:spcPct val="107000"/>
                        </a:lnSpc>
                        <a:spcBef>
                          <a:spcPts val="1200"/>
                        </a:spcBef>
                        <a:spcAft>
                          <a:spcPts val="1200"/>
                        </a:spcAft>
                      </a:pPr>
                      <a:r>
                        <a:rPr lang="en-US" sz="1300" kern="100">
                          <a:effectLst/>
                        </a:rPr>
                        <a:t>Contribution</a:t>
                      </a:r>
                      <a:endParaRPr lang="en-IN"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3429" marR="73429" marT="0" marB="0"/>
                </a:tc>
                <a:tc>
                  <a:txBody>
                    <a:bodyPr/>
                    <a:lstStyle/>
                    <a:p>
                      <a:pPr algn="just">
                        <a:lnSpc>
                          <a:spcPct val="107000"/>
                        </a:lnSpc>
                        <a:spcBef>
                          <a:spcPts val="1200"/>
                        </a:spcBef>
                        <a:spcAft>
                          <a:spcPts val="1200"/>
                        </a:spcAft>
                      </a:pPr>
                      <a:r>
                        <a:rPr lang="en-US" sz="1300" kern="100">
                          <a:effectLst/>
                        </a:rPr>
                        <a:t>Research Gap</a:t>
                      </a:r>
                      <a:endParaRPr lang="en-IN"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3429" marR="73429" marT="0" marB="0"/>
                </a:tc>
                <a:extLst>
                  <a:ext uri="{0D108BD9-81ED-4DB2-BD59-A6C34878D82A}">
                    <a16:rowId xmlns:a16="http://schemas.microsoft.com/office/drawing/2014/main" val="828515902"/>
                  </a:ext>
                </a:extLst>
              </a:tr>
              <a:tr h="1050538">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Moohammad Nazzmul, Ishitta Saha, Dhiman  Limma, Sohrab Hossain</a:t>
                      </a:r>
                    </a:p>
                  </a:txBody>
                  <a:tcPr marL="68580" marR="68580" marT="0" marB="0"/>
                </a:tc>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Phishing Attacks Detection using ML Approach</a:t>
                      </a:r>
                    </a:p>
                  </a:txBody>
                  <a:tcPr marL="68580" marR="68580" marT="0" marB="0"/>
                </a:tc>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2020</a:t>
                      </a:r>
                    </a:p>
                  </a:txBody>
                  <a:tcPr marL="68580" marR="68580" marT="0" marB="0"/>
                </a:tc>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Detection of phishing attacks using machine learning</a:t>
                      </a:r>
                    </a:p>
                  </a:txBody>
                  <a:tcPr marL="68580" marR="68580" marT="0" marB="0"/>
                </a:tc>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Machine learning  Feature selection algorithms.</a:t>
                      </a:r>
                    </a:p>
                  </a:txBody>
                  <a:tcPr marL="68580" marR="68580" marT="0" marB="0"/>
                </a:tc>
                <a:extLst>
                  <a:ext uri="{0D108BD9-81ED-4DB2-BD59-A6C34878D82A}">
                    <a16:rowId xmlns:a16="http://schemas.microsoft.com/office/drawing/2014/main" val="1231720709"/>
                  </a:ext>
                </a:extLst>
              </a:tr>
              <a:tr h="1408723">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 Sumathi, S. P. Raja</a:t>
                      </a:r>
                    </a:p>
                  </a:txBody>
                  <a:tcPr marL="68580" marR="68580" marT="0" marB="0"/>
                </a:tc>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ML algorithms-based spam detection in social networks</a:t>
                      </a:r>
                    </a:p>
                  </a:txBody>
                  <a:tcPr marL="68580" marR="68580" marT="0" marB="0"/>
                </a:tc>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2023</a:t>
                      </a:r>
                    </a:p>
                  </a:txBody>
                  <a:tcPr marL="68580" marR="68580" marT="0" marB="0"/>
                </a:tc>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Detection of spam in social networks using machine learning algorithms</a:t>
                      </a:r>
                    </a:p>
                  </a:txBody>
                  <a:tcPr marL="68580" marR="68580" marT="0" marB="0"/>
                </a:tc>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 XGB, Voting Classifier</a:t>
                      </a:r>
                    </a:p>
                  </a:txBody>
                  <a:tcPr marL="68580" marR="68580" marT="0" marB="0"/>
                </a:tc>
                <a:extLst>
                  <a:ext uri="{0D108BD9-81ED-4DB2-BD59-A6C34878D82A}">
                    <a16:rowId xmlns:a16="http://schemas.microsoft.com/office/drawing/2014/main" val="3731685744"/>
                  </a:ext>
                </a:extLst>
              </a:tr>
              <a:tr h="1050538">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Olusola Abbayomi-Addebayo Abayomi-Alli3</a:t>
                      </a:r>
                    </a:p>
                  </a:txBody>
                  <a:tcPr marL="68580" marR="68580" marT="0" marB="0"/>
                </a:tc>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 DL method for automatic SMS spam classification: </a:t>
                      </a:r>
                    </a:p>
                  </a:txBody>
                  <a:tcPr marL="68580" marR="68580" marT="0" marB="0"/>
                </a:tc>
                <a:tc>
                  <a:txBody>
                    <a:bodyPr/>
                    <a:lstStyle/>
                    <a:p>
                      <a:pPr marL="0" marR="0">
                        <a:lnSpc>
                          <a:spcPct val="107000"/>
                        </a:lnSpc>
                        <a:spcBef>
                          <a:spcPts val="0"/>
                        </a:spcBef>
                        <a:spcAft>
                          <a:spcPts val="8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2021</a:t>
                      </a:r>
                    </a:p>
                  </a:txBody>
                  <a:tcPr marL="68580" marR="68580" marT="0" marB="0"/>
                </a:tc>
                <a:tc>
                  <a:txBody>
                    <a:bodyPr/>
                    <a:lstStyle/>
                    <a:p>
                      <a:pPr marL="0" marR="0">
                        <a:lnSpc>
                          <a:spcPct val="107000"/>
                        </a:lnSpc>
                        <a:spcBef>
                          <a:spcPts val="0"/>
                        </a:spcBef>
                        <a:spcAft>
                          <a:spcPts val="80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Performance evaluation of deep learning model (BiLSTM) </a:t>
                      </a:r>
                    </a:p>
                  </a:txBody>
                  <a:tcPr marL="68580" marR="68580" marT="0" marB="0"/>
                </a:tc>
                <a:tc>
                  <a:txBody>
                    <a:bodyPr/>
                    <a:lstStyle/>
                    <a:p>
                      <a:pPr marL="0" marR="0">
                        <a:lnSpc>
                          <a:spcPct val="107000"/>
                        </a:lnSpc>
                        <a:spcBef>
                          <a:spcPts val="0"/>
                        </a:spcBef>
                        <a:spcAft>
                          <a:spcPts val="800"/>
                        </a:spcAft>
                      </a:pP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BiLSTM</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Machine Learning Algorithms</a:t>
                      </a:r>
                    </a:p>
                  </a:txBody>
                  <a:tcPr marL="68580" marR="68580" marT="0" marB="0"/>
                </a:tc>
                <a:extLst>
                  <a:ext uri="{0D108BD9-81ED-4DB2-BD59-A6C34878D82A}">
                    <a16:rowId xmlns:a16="http://schemas.microsoft.com/office/drawing/2014/main" val="1544190348"/>
                  </a:ext>
                </a:extLst>
              </a:tr>
            </a:tbl>
          </a:graphicData>
        </a:graphic>
      </p:graphicFrame>
    </p:spTree>
    <p:extLst>
      <p:ext uri="{BB962C8B-B14F-4D97-AF65-F5344CB8AC3E}">
        <p14:creationId xmlns:p14="http://schemas.microsoft.com/office/powerpoint/2010/main" val="704063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7ECCE-A070-8B74-2413-D4510DFF86E9}"/>
              </a:ext>
            </a:extLst>
          </p:cNvPr>
          <p:cNvSpPr>
            <a:spLocks noGrp="1"/>
          </p:cNvSpPr>
          <p:nvPr>
            <p:ph type="title"/>
          </p:nvPr>
        </p:nvSpPr>
        <p:spPr>
          <a:xfrm>
            <a:off x="735562" y="522081"/>
            <a:ext cx="10515600" cy="495300"/>
          </a:xfrm>
        </p:spPr>
        <p:txBody>
          <a:bodyPr anchor="ctr">
            <a:normAutofit/>
          </a:bodyPr>
          <a:lstStyle/>
          <a:p>
            <a:r>
              <a:rPr lang="en-US" sz="2700"/>
              <a:t>Problem statement</a:t>
            </a:r>
          </a:p>
        </p:txBody>
      </p:sp>
      <p:sp>
        <p:nvSpPr>
          <p:cNvPr id="4" name="Slide Number Placeholder 3">
            <a:extLst>
              <a:ext uri="{FF2B5EF4-FFF2-40B4-BE49-F238E27FC236}">
                <a16:creationId xmlns:a16="http://schemas.microsoft.com/office/drawing/2014/main" id="{377C2414-D6E9-D7D3-9F48-AAA556C5520E}"/>
              </a:ext>
            </a:extLst>
          </p:cNvPr>
          <p:cNvSpPr>
            <a:spLocks noGrp="1"/>
          </p:cNvSpPr>
          <p:nvPr>
            <p:ph type="sldNum" sz="quarter" idx="12"/>
          </p:nvPr>
        </p:nvSpPr>
        <p:spPr>
          <a:xfrm>
            <a:off x="753862" y="6356350"/>
            <a:ext cx="2743200" cy="365125"/>
          </a:xfrm>
        </p:spPr>
        <p:txBody>
          <a:bodyPr anchor="ctr">
            <a:normAutofit/>
          </a:bodyPr>
          <a:lstStyle/>
          <a:p>
            <a:pPr>
              <a:spcAft>
                <a:spcPts val="600"/>
              </a:spcAft>
            </a:pPr>
            <a:fld id="{7A9E80BB-C0DF-4F1B-8821-E3FD53412EFF}" type="slidenum">
              <a:rPr lang="en-US" smtClean="0"/>
              <a:pPr>
                <a:spcAft>
                  <a:spcPts val="600"/>
                </a:spcAft>
              </a:pPr>
              <a:t>7</a:t>
            </a:fld>
            <a:endParaRPr lang="en-US"/>
          </a:p>
        </p:txBody>
      </p:sp>
      <p:graphicFrame>
        <p:nvGraphicFramePr>
          <p:cNvPr id="7" name="Content Placeholder 4">
            <a:extLst>
              <a:ext uri="{FF2B5EF4-FFF2-40B4-BE49-F238E27FC236}">
                <a16:creationId xmlns:a16="http://schemas.microsoft.com/office/drawing/2014/main" id="{0DD4E199-08BC-27A7-A3AA-4BD550F0CBE3}"/>
              </a:ext>
            </a:extLst>
          </p:cNvPr>
          <p:cNvGraphicFramePr>
            <a:graphicFrameLocks noGrp="1"/>
          </p:cNvGraphicFramePr>
          <p:nvPr>
            <p:ph sz="quarter" idx="15"/>
            <p:extLst>
              <p:ext uri="{D42A27DB-BD31-4B8C-83A1-F6EECF244321}">
                <p14:modId xmlns:p14="http://schemas.microsoft.com/office/powerpoint/2010/main" val="2224412101"/>
              </p:ext>
            </p:extLst>
          </p:nvPr>
        </p:nvGraphicFramePr>
        <p:xfrm>
          <a:off x="753862" y="2025650"/>
          <a:ext cx="10580888" cy="4005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421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itle 95">
            <a:extLst>
              <a:ext uri="{FF2B5EF4-FFF2-40B4-BE49-F238E27FC236}">
                <a16:creationId xmlns:a16="http://schemas.microsoft.com/office/drawing/2014/main" id="{C04FF0B6-BBBC-42F6-A65B-1BF7AB76E868}"/>
              </a:ext>
            </a:extLst>
          </p:cNvPr>
          <p:cNvSpPr>
            <a:spLocks noGrp="1"/>
          </p:cNvSpPr>
          <p:nvPr>
            <p:ph type="title"/>
          </p:nvPr>
        </p:nvSpPr>
        <p:spPr>
          <a:xfrm>
            <a:off x="847531" y="521208"/>
            <a:ext cx="10302551" cy="535197"/>
          </a:xfrm>
        </p:spPr>
        <p:txBody>
          <a:bodyPr/>
          <a:lstStyle/>
          <a:p>
            <a:r>
              <a:rPr lang="en-US" noProof="0" dirty="0"/>
              <a:t>METHODOLOGY – KDD</a:t>
            </a:r>
            <a:br>
              <a:rPr lang="en-US" dirty="0"/>
            </a:br>
            <a:endParaRPr lang="en-US" dirty="0"/>
          </a:p>
        </p:txBody>
      </p:sp>
      <p:sp>
        <p:nvSpPr>
          <p:cNvPr id="78" name="Text Placeholder 77">
            <a:extLst>
              <a:ext uri="{FF2B5EF4-FFF2-40B4-BE49-F238E27FC236}">
                <a16:creationId xmlns:a16="http://schemas.microsoft.com/office/drawing/2014/main" id="{CFCF63D9-E2D6-403F-94C3-E0434C3FFA45}"/>
              </a:ext>
            </a:extLst>
          </p:cNvPr>
          <p:cNvSpPr>
            <a:spLocks noGrp="1"/>
          </p:cNvSpPr>
          <p:nvPr>
            <p:ph type="body" sz="quarter" idx="25"/>
          </p:nvPr>
        </p:nvSpPr>
        <p:spPr>
          <a:xfrm>
            <a:off x="951983" y="1584731"/>
            <a:ext cx="1435618" cy="1239520"/>
          </a:xfrm>
        </p:spPr>
        <p:txBody>
          <a:bodyPr/>
          <a:lstStyle/>
          <a:p>
            <a:r>
              <a:rPr lang="en-US" dirty="0"/>
              <a:t>1</a:t>
            </a:r>
          </a:p>
        </p:txBody>
      </p:sp>
      <p:sp>
        <p:nvSpPr>
          <p:cNvPr id="15" name="Text Placeholder 14">
            <a:extLst>
              <a:ext uri="{FF2B5EF4-FFF2-40B4-BE49-F238E27FC236}">
                <a16:creationId xmlns:a16="http://schemas.microsoft.com/office/drawing/2014/main" id="{629891ED-ABD1-4AF8-A87F-4E666B63F9CD}"/>
              </a:ext>
            </a:extLst>
          </p:cNvPr>
          <p:cNvSpPr>
            <a:spLocks noGrp="1"/>
          </p:cNvSpPr>
          <p:nvPr>
            <p:ph type="body" sz="quarter" idx="13"/>
          </p:nvPr>
        </p:nvSpPr>
        <p:spPr>
          <a:xfrm>
            <a:off x="2578239" y="1530267"/>
            <a:ext cx="3365361" cy="365126"/>
          </a:xfrm>
        </p:spPr>
        <p:txBody>
          <a:bodyPr>
            <a:normAutofit lnSpcReduction="10000"/>
          </a:bodyPr>
          <a:lstStyle/>
          <a:p>
            <a:r>
              <a:rPr lang="en-US" dirty="0"/>
              <a:t>BUSINESS Problem</a:t>
            </a:r>
          </a:p>
        </p:txBody>
      </p:sp>
      <p:sp>
        <p:nvSpPr>
          <p:cNvPr id="16" name="Text Placeholder 15">
            <a:extLst>
              <a:ext uri="{FF2B5EF4-FFF2-40B4-BE49-F238E27FC236}">
                <a16:creationId xmlns:a16="http://schemas.microsoft.com/office/drawing/2014/main" id="{9D819B13-7A74-4D66-BBD4-FC7C292B8544}"/>
              </a:ext>
            </a:extLst>
          </p:cNvPr>
          <p:cNvSpPr>
            <a:spLocks noGrp="1"/>
          </p:cNvSpPr>
          <p:nvPr>
            <p:ph type="body" sz="quarter" idx="16"/>
          </p:nvPr>
        </p:nvSpPr>
        <p:spPr>
          <a:xfrm>
            <a:off x="2578031" y="1798653"/>
            <a:ext cx="3365018" cy="1025598"/>
          </a:xfrm>
        </p:spPr>
        <p:txBody>
          <a:bodyPr/>
          <a:lstStyle/>
          <a:p>
            <a:r>
              <a:rPr lang="en-US" dirty="0"/>
              <a:t>Understand the text data and the problem to classify it using machine learning</a:t>
            </a:r>
          </a:p>
        </p:txBody>
      </p:sp>
      <p:sp>
        <p:nvSpPr>
          <p:cNvPr id="81" name="Text Placeholder 80">
            <a:extLst>
              <a:ext uri="{FF2B5EF4-FFF2-40B4-BE49-F238E27FC236}">
                <a16:creationId xmlns:a16="http://schemas.microsoft.com/office/drawing/2014/main" id="{11D25DA7-A8FF-4963-ADF1-4D6DFE4BE1B6}"/>
              </a:ext>
            </a:extLst>
          </p:cNvPr>
          <p:cNvSpPr>
            <a:spLocks noGrp="1"/>
          </p:cNvSpPr>
          <p:nvPr>
            <p:ph type="body" sz="quarter" idx="28"/>
          </p:nvPr>
        </p:nvSpPr>
        <p:spPr>
          <a:xfrm>
            <a:off x="6298439" y="1584731"/>
            <a:ext cx="1435618" cy="1239520"/>
          </a:xfrm>
        </p:spPr>
        <p:txBody>
          <a:bodyPr/>
          <a:lstStyle/>
          <a:p>
            <a:r>
              <a:rPr lang="en-US" dirty="0"/>
              <a:t>4</a:t>
            </a:r>
          </a:p>
        </p:txBody>
      </p:sp>
      <p:sp>
        <p:nvSpPr>
          <p:cNvPr id="51" name="Text Placeholder 50">
            <a:extLst>
              <a:ext uri="{FF2B5EF4-FFF2-40B4-BE49-F238E27FC236}">
                <a16:creationId xmlns:a16="http://schemas.microsoft.com/office/drawing/2014/main" id="{845A49F5-92D0-49F1-BA2B-AE16F684D7C0}"/>
              </a:ext>
            </a:extLst>
          </p:cNvPr>
          <p:cNvSpPr>
            <a:spLocks noGrp="1"/>
          </p:cNvSpPr>
          <p:nvPr>
            <p:ph type="body" sz="quarter" idx="21"/>
          </p:nvPr>
        </p:nvSpPr>
        <p:spPr>
          <a:xfrm>
            <a:off x="7922399" y="1530267"/>
            <a:ext cx="3365361" cy="365126"/>
          </a:xfrm>
        </p:spPr>
        <p:txBody>
          <a:bodyPr>
            <a:normAutofit lnSpcReduction="10000"/>
          </a:bodyPr>
          <a:lstStyle/>
          <a:p>
            <a:r>
              <a:rPr lang="en-US" dirty="0"/>
              <a:t>modeling</a:t>
            </a:r>
          </a:p>
        </p:txBody>
      </p:sp>
      <p:sp>
        <p:nvSpPr>
          <p:cNvPr id="52" name="Text Placeholder 51">
            <a:extLst>
              <a:ext uri="{FF2B5EF4-FFF2-40B4-BE49-F238E27FC236}">
                <a16:creationId xmlns:a16="http://schemas.microsoft.com/office/drawing/2014/main" id="{328C163D-AB24-436E-81B4-026AB928B2CC}"/>
              </a:ext>
            </a:extLst>
          </p:cNvPr>
          <p:cNvSpPr>
            <a:spLocks noGrp="1"/>
          </p:cNvSpPr>
          <p:nvPr>
            <p:ph type="body" sz="quarter" idx="22"/>
          </p:nvPr>
        </p:nvSpPr>
        <p:spPr>
          <a:xfrm>
            <a:off x="7922191" y="1798653"/>
            <a:ext cx="3365018" cy="1025598"/>
          </a:xfrm>
        </p:spPr>
        <p:txBody>
          <a:bodyPr/>
          <a:lstStyle/>
          <a:p>
            <a:r>
              <a:rPr lang="en-US" dirty="0"/>
              <a:t>Build various machine learning and deep learning models.</a:t>
            </a:r>
          </a:p>
        </p:txBody>
      </p:sp>
      <p:sp>
        <p:nvSpPr>
          <p:cNvPr id="79" name="Text Placeholder 78">
            <a:extLst>
              <a:ext uri="{FF2B5EF4-FFF2-40B4-BE49-F238E27FC236}">
                <a16:creationId xmlns:a16="http://schemas.microsoft.com/office/drawing/2014/main" id="{0F98A4B2-BF99-408D-8724-045FF697BE65}"/>
              </a:ext>
            </a:extLst>
          </p:cNvPr>
          <p:cNvSpPr>
            <a:spLocks noGrp="1"/>
          </p:cNvSpPr>
          <p:nvPr>
            <p:ph type="body" sz="quarter" idx="26"/>
          </p:nvPr>
        </p:nvSpPr>
        <p:spPr>
          <a:xfrm>
            <a:off x="951982" y="3058235"/>
            <a:ext cx="1435618" cy="1239520"/>
          </a:xfrm>
        </p:spPr>
        <p:txBody>
          <a:bodyPr/>
          <a:lstStyle/>
          <a:p>
            <a:r>
              <a:rPr lang="en-US" dirty="0"/>
              <a:t>2</a:t>
            </a:r>
          </a:p>
        </p:txBody>
      </p:sp>
      <p:sp>
        <p:nvSpPr>
          <p:cNvPr id="47" name="Text Placeholder 46">
            <a:extLst>
              <a:ext uri="{FF2B5EF4-FFF2-40B4-BE49-F238E27FC236}">
                <a16:creationId xmlns:a16="http://schemas.microsoft.com/office/drawing/2014/main" id="{9C5A6699-1851-44A6-9BA8-A7363260905B}"/>
              </a:ext>
            </a:extLst>
          </p:cNvPr>
          <p:cNvSpPr>
            <a:spLocks noGrp="1"/>
          </p:cNvSpPr>
          <p:nvPr>
            <p:ph type="body" sz="quarter" idx="30"/>
          </p:nvPr>
        </p:nvSpPr>
        <p:spPr>
          <a:xfrm>
            <a:off x="2568798" y="3025216"/>
            <a:ext cx="3365361" cy="365126"/>
          </a:xfrm>
        </p:spPr>
        <p:txBody>
          <a:bodyPr>
            <a:normAutofit lnSpcReduction="10000"/>
          </a:bodyPr>
          <a:lstStyle/>
          <a:p>
            <a:r>
              <a:rPr lang="en-US" dirty="0"/>
              <a:t>DATA UNDERSTANDING</a:t>
            </a:r>
          </a:p>
        </p:txBody>
      </p:sp>
      <p:sp>
        <p:nvSpPr>
          <p:cNvPr id="48" name="Text Placeholder 47">
            <a:extLst>
              <a:ext uri="{FF2B5EF4-FFF2-40B4-BE49-F238E27FC236}">
                <a16:creationId xmlns:a16="http://schemas.microsoft.com/office/drawing/2014/main" id="{7BFFDA6C-D53B-44FD-87E5-9C72FAE40985}"/>
              </a:ext>
            </a:extLst>
          </p:cNvPr>
          <p:cNvSpPr>
            <a:spLocks noGrp="1"/>
          </p:cNvSpPr>
          <p:nvPr>
            <p:ph type="body" sz="quarter" idx="31"/>
          </p:nvPr>
        </p:nvSpPr>
        <p:spPr>
          <a:xfrm>
            <a:off x="2568590" y="3293602"/>
            <a:ext cx="3365018" cy="1003171"/>
          </a:xfrm>
        </p:spPr>
        <p:txBody>
          <a:bodyPr/>
          <a:lstStyle/>
          <a:p>
            <a:r>
              <a:rPr lang="en-US" dirty="0"/>
              <a:t>Get the text data and try to find a pattern</a:t>
            </a:r>
          </a:p>
        </p:txBody>
      </p:sp>
      <p:sp>
        <p:nvSpPr>
          <p:cNvPr id="82" name="Text Placeholder 81">
            <a:extLst>
              <a:ext uri="{FF2B5EF4-FFF2-40B4-BE49-F238E27FC236}">
                <a16:creationId xmlns:a16="http://schemas.microsoft.com/office/drawing/2014/main" id="{33ED7FFD-161A-404B-9C4A-C649608C833B}"/>
              </a:ext>
            </a:extLst>
          </p:cNvPr>
          <p:cNvSpPr>
            <a:spLocks noGrp="1"/>
          </p:cNvSpPr>
          <p:nvPr>
            <p:ph type="body" sz="quarter" idx="29"/>
          </p:nvPr>
        </p:nvSpPr>
        <p:spPr>
          <a:xfrm>
            <a:off x="6298438" y="3058235"/>
            <a:ext cx="1435618" cy="1239520"/>
          </a:xfrm>
        </p:spPr>
        <p:txBody>
          <a:bodyPr/>
          <a:lstStyle/>
          <a:p>
            <a:r>
              <a:rPr lang="en-US" dirty="0"/>
              <a:t>5</a:t>
            </a:r>
          </a:p>
        </p:txBody>
      </p:sp>
      <p:sp>
        <p:nvSpPr>
          <p:cNvPr id="49" name="Text Placeholder 48">
            <a:extLst>
              <a:ext uri="{FF2B5EF4-FFF2-40B4-BE49-F238E27FC236}">
                <a16:creationId xmlns:a16="http://schemas.microsoft.com/office/drawing/2014/main" id="{5DD2DD05-250F-44B5-8E8E-7C1FDC9360D5}"/>
              </a:ext>
            </a:extLst>
          </p:cNvPr>
          <p:cNvSpPr>
            <a:spLocks noGrp="1"/>
          </p:cNvSpPr>
          <p:nvPr>
            <p:ph type="body" sz="quarter" idx="32"/>
          </p:nvPr>
        </p:nvSpPr>
        <p:spPr>
          <a:xfrm>
            <a:off x="7912958" y="3025216"/>
            <a:ext cx="3365361" cy="365126"/>
          </a:xfrm>
        </p:spPr>
        <p:txBody>
          <a:bodyPr>
            <a:normAutofit lnSpcReduction="10000"/>
          </a:bodyPr>
          <a:lstStyle/>
          <a:p>
            <a:r>
              <a:rPr lang="en-US" dirty="0"/>
              <a:t>Evaluation</a:t>
            </a:r>
          </a:p>
        </p:txBody>
      </p:sp>
      <p:sp>
        <p:nvSpPr>
          <p:cNvPr id="50" name="Text Placeholder 49">
            <a:extLst>
              <a:ext uri="{FF2B5EF4-FFF2-40B4-BE49-F238E27FC236}">
                <a16:creationId xmlns:a16="http://schemas.microsoft.com/office/drawing/2014/main" id="{94F58DEC-39A6-43C5-B4FA-24D93AEBF1EE}"/>
              </a:ext>
            </a:extLst>
          </p:cNvPr>
          <p:cNvSpPr>
            <a:spLocks noGrp="1"/>
          </p:cNvSpPr>
          <p:nvPr>
            <p:ph type="body" sz="quarter" idx="33"/>
          </p:nvPr>
        </p:nvSpPr>
        <p:spPr>
          <a:xfrm>
            <a:off x="7912750" y="3293602"/>
            <a:ext cx="3365018" cy="1003171"/>
          </a:xfrm>
        </p:spPr>
        <p:txBody>
          <a:bodyPr/>
          <a:lstStyle/>
          <a:p>
            <a:r>
              <a:rPr lang="en-US" dirty="0"/>
              <a:t>Evaluate the model on business objective and evaluation metrics.</a:t>
            </a:r>
          </a:p>
        </p:txBody>
      </p:sp>
      <p:sp>
        <p:nvSpPr>
          <p:cNvPr id="80" name="Text Placeholder 79">
            <a:extLst>
              <a:ext uri="{FF2B5EF4-FFF2-40B4-BE49-F238E27FC236}">
                <a16:creationId xmlns:a16="http://schemas.microsoft.com/office/drawing/2014/main" id="{EC96CDFD-2FE3-4F20-BC12-9659E3288A6F}"/>
              </a:ext>
            </a:extLst>
          </p:cNvPr>
          <p:cNvSpPr>
            <a:spLocks noGrp="1"/>
          </p:cNvSpPr>
          <p:nvPr>
            <p:ph type="body" sz="quarter" idx="27"/>
          </p:nvPr>
        </p:nvSpPr>
        <p:spPr>
          <a:xfrm>
            <a:off x="951982" y="4531739"/>
            <a:ext cx="1435618" cy="1239520"/>
          </a:xfrm>
        </p:spPr>
        <p:txBody>
          <a:bodyPr/>
          <a:lstStyle/>
          <a:p>
            <a:r>
              <a:rPr lang="en-US" dirty="0"/>
              <a:t>3</a:t>
            </a:r>
          </a:p>
        </p:txBody>
      </p:sp>
      <p:sp>
        <p:nvSpPr>
          <p:cNvPr id="53" name="Text Placeholder 52">
            <a:extLst>
              <a:ext uri="{FF2B5EF4-FFF2-40B4-BE49-F238E27FC236}">
                <a16:creationId xmlns:a16="http://schemas.microsoft.com/office/drawing/2014/main" id="{A88CE919-8BCA-4A21-836B-591CD2CAB9B5}"/>
              </a:ext>
            </a:extLst>
          </p:cNvPr>
          <p:cNvSpPr>
            <a:spLocks noGrp="1"/>
          </p:cNvSpPr>
          <p:nvPr>
            <p:ph type="body" sz="quarter" idx="34"/>
          </p:nvPr>
        </p:nvSpPr>
        <p:spPr>
          <a:xfrm>
            <a:off x="2563951" y="4494630"/>
            <a:ext cx="3365361" cy="365126"/>
          </a:xfrm>
        </p:spPr>
        <p:txBody>
          <a:bodyPr>
            <a:normAutofit lnSpcReduction="10000"/>
          </a:bodyPr>
          <a:lstStyle/>
          <a:p>
            <a:r>
              <a:rPr lang="en-US" dirty="0"/>
              <a:t>DATA PREPARATION</a:t>
            </a:r>
          </a:p>
        </p:txBody>
      </p:sp>
      <p:sp>
        <p:nvSpPr>
          <p:cNvPr id="54" name="Text Placeholder 53">
            <a:extLst>
              <a:ext uri="{FF2B5EF4-FFF2-40B4-BE49-F238E27FC236}">
                <a16:creationId xmlns:a16="http://schemas.microsoft.com/office/drawing/2014/main" id="{689C4963-281E-43A5-B4B6-649CE13DE568}"/>
              </a:ext>
            </a:extLst>
          </p:cNvPr>
          <p:cNvSpPr>
            <a:spLocks noGrp="1"/>
          </p:cNvSpPr>
          <p:nvPr>
            <p:ph type="body" sz="quarter" idx="35"/>
          </p:nvPr>
        </p:nvSpPr>
        <p:spPr>
          <a:xfrm>
            <a:off x="2563743" y="4763016"/>
            <a:ext cx="3365018" cy="1003171"/>
          </a:xfrm>
        </p:spPr>
        <p:txBody>
          <a:bodyPr/>
          <a:lstStyle/>
          <a:p>
            <a:r>
              <a:rPr lang="en-US" dirty="0"/>
              <a:t>Clean the data using Natural Language Understanding</a:t>
            </a:r>
          </a:p>
        </p:txBody>
      </p:sp>
      <p:sp>
        <p:nvSpPr>
          <p:cNvPr id="4" name="Slide Number Placeholder 3">
            <a:extLst>
              <a:ext uri="{FF2B5EF4-FFF2-40B4-BE49-F238E27FC236}">
                <a16:creationId xmlns:a16="http://schemas.microsoft.com/office/drawing/2014/main" id="{BB31B1B8-7FB6-4FF8-9597-B9C6BFB14508}"/>
              </a:ext>
            </a:extLst>
          </p:cNvPr>
          <p:cNvSpPr>
            <a:spLocks noGrp="1"/>
          </p:cNvSpPr>
          <p:nvPr>
            <p:ph type="sldNum" sz="quarter" idx="12"/>
          </p:nvPr>
        </p:nvSpPr>
        <p:spPr>
          <a:xfrm>
            <a:off x="753862" y="6356350"/>
            <a:ext cx="2743200" cy="365125"/>
          </a:xfrm>
        </p:spPr>
        <p:txBody>
          <a:bodyPr/>
          <a:lstStyle/>
          <a:p>
            <a:fld id="{7A9E80BB-C0DF-4F1B-8821-E3FD53412EFF}" type="slidenum">
              <a:rPr lang="en-US" smtClean="0"/>
              <a:pPr/>
              <a:t>8</a:t>
            </a:fld>
            <a:endParaRPr lang="en-US" dirty="0"/>
          </a:p>
        </p:txBody>
      </p:sp>
    </p:spTree>
    <p:extLst>
      <p:ext uri="{BB962C8B-B14F-4D97-AF65-F5344CB8AC3E}">
        <p14:creationId xmlns:p14="http://schemas.microsoft.com/office/powerpoint/2010/main" val="4223430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FF872A7D-E6CA-4BD5-B88B-0498D0B7515A}"/>
              </a:ext>
            </a:extLst>
          </p:cNvPr>
          <p:cNvSpPr>
            <a:spLocks noGrp="1"/>
          </p:cNvSpPr>
          <p:nvPr>
            <p:ph type="title"/>
          </p:nvPr>
        </p:nvSpPr>
        <p:spPr>
          <a:xfrm>
            <a:off x="735562" y="514418"/>
            <a:ext cx="10515600" cy="501852"/>
          </a:xfrm>
        </p:spPr>
        <p:txBody>
          <a:bodyPr>
            <a:normAutofit/>
          </a:bodyPr>
          <a:lstStyle/>
          <a:p>
            <a:r>
              <a:rPr lang="en-US" sz="2700" noProof="0"/>
              <a:t> business understanding</a:t>
            </a:r>
            <a:endParaRPr lang="en-US" sz="2700"/>
          </a:p>
        </p:txBody>
      </p:sp>
      <p:sp>
        <p:nvSpPr>
          <p:cNvPr id="4" name="Slide Number Placeholder 3">
            <a:extLst>
              <a:ext uri="{FF2B5EF4-FFF2-40B4-BE49-F238E27FC236}">
                <a16:creationId xmlns:a16="http://schemas.microsoft.com/office/drawing/2014/main" id="{8B585B73-7A1C-4790-86F0-401CF7417BA9}"/>
              </a:ext>
            </a:extLst>
          </p:cNvPr>
          <p:cNvSpPr>
            <a:spLocks noGrp="1"/>
          </p:cNvSpPr>
          <p:nvPr>
            <p:ph type="sldNum" sz="quarter" idx="12"/>
          </p:nvPr>
        </p:nvSpPr>
        <p:spPr>
          <a:xfrm>
            <a:off x="753862" y="6356350"/>
            <a:ext cx="2743200" cy="365125"/>
          </a:xfrm>
        </p:spPr>
        <p:txBody>
          <a:bodyPr anchor="ctr">
            <a:normAutofit/>
          </a:bodyPr>
          <a:lstStyle/>
          <a:p>
            <a:pPr>
              <a:spcAft>
                <a:spcPts val="600"/>
              </a:spcAft>
            </a:pPr>
            <a:fld id="{7A9E80BB-C0DF-4F1B-8821-E3FD53412EFF}" type="slidenum">
              <a:rPr lang="en-US" smtClean="0"/>
              <a:pPr>
                <a:spcAft>
                  <a:spcPts val="600"/>
                </a:spcAft>
              </a:pPr>
              <a:t>9</a:t>
            </a:fld>
            <a:endParaRPr lang="en-US"/>
          </a:p>
        </p:txBody>
      </p:sp>
      <p:graphicFrame>
        <p:nvGraphicFramePr>
          <p:cNvPr id="35" name="Text Placeholder 11">
            <a:extLst>
              <a:ext uri="{FF2B5EF4-FFF2-40B4-BE49-F238E27FC236}">
                <a16:creationId xmlns:a16="http://schemas.microsoft.com/office/drawing/2014/main" id="{84C8F261-53EF-57C4-081C-A4D9ACD34B1C}"/>
              </a:ext>
            </a:extLst>
          </p:cNvPr>
          <p:cNvGraphicFramePr/>
          <p:nvPr>
            <p:extLst>
              <p:ext uri="{D42A27DB-BD31-4B8C-83A1-F6EECF244321}">
                <p14:modId xmlns:p14="http://schemas.microsoft.com/office/powerpoint/2010/main" val="714147937"/>
              </p:ext>
            </p:extLst>
          </p:nvPr>
        </p:nvGraphicFramePr>
        <p:xfrm>
          <a:off x="838200" y="1495425"/>
          <a:ext cx="10515600" cy="4649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6334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A341A-C08E-519C-1B98-72CD9E82F338}"/>
              </a:ext>
            </a:extLst>
          </p:cNvPr>
          <p:cNvSpPr>
            <a:spLocks noGrp="1"/>
          </p:cNvSpPr>
          <p:nvPr>
            <p:ph type="title"/>
          </p:nvPr>
        </p:nvSpPr>
        <p:spPr>
          <a:xfrm>
            <a:off x="735562" y="522081"/>
            <a:ext cx="10515600" cy="495300"/>
          </a:xfrm>
        </p:spPr>
        <p:txBody>
          <a:bodyPr anchor="ctr">
            <a:normAutofit/>
          </a:bodyPr>
          <a:lstStyle/>
          <a:p>
            <a:r>
              <a:rPr lang="en-US" sz="2700"/>
              <a:t>DATA UNDERSTANDING</a:t>
            </a:r>
          </a:p>
        </p:txBody>
      </p:sp>
      <p:sp>
        <p:nvSpPr>
          <p:cNvPr id="4" name="Slide Number Placeholder 3">
            <a:extLst>
              <a:ext uri="{FF2B5EF4-FFF2-40B4-BE49-F238E27FC236}">
                <a16:creationId xmlns:a16="http://schemas.microsoft.com/office/drawing/2014/main" id="{DC6582C2-8253-4661-C68D-680EBC940481}"/>
              </a:ext>
            </a:extLst>
          </p:cNvPr>
          <p:cNvSpPr>
            <a:spLocks noGrp="1"/>
          </p:cNvSpPr>
          <p:nvPr>
            <p:ph type="sldNum" sz="quarter" idx="12"/>
          </p:nvPr>
        </p:nvSpPr>
        <p:spPr>
          <a:xfrm>
            <a:off x="753862" y="6356350"/>
            <a:ext cx="2743200" cy="365125"/>
          </a:xfrm>
        </p:spPr>
        <p:txBody>
          <a:bodyPr anchor="ctr">
            <a:normAutofit/>
          </a:bodyPr>
          <a:lstStyle/>
          <a:p>
            <a:pPr>
              <a:spcAft>
                <a:spcPts val="600"/>
              </a:spcAft>
            </a:pPr>
            <a:fld id="{7A9E80BB-C0DF-4F1B-8821-E3FD53412EFF}" type="slidenum">
              <a:rPr lang="en-US" smtClean="0"/>
              <a:pPr>
                <a:spcAft>
                  <a:spcPts val="600"/>
                </a:spcAft>
              </a:pPr>
              <a:t>10</a:t>
            </a:fld>
            <a:endParaRPr lang="en-US"/>
          </a:p>
        </p:txBody>
      </p:sp>
      <p:graphicFrame>
        <p:nvGraphicFramePr>
          <p:cNvPr id="8" name="Content Placeholder 2">
            <a:extLst>
              <a:ext uri="{FF2B5EF4-FFF2-40B4-BE49-F238E27FC236}">
                <a16:creationId xmlns:a16="http://schemas.microsoft.com/office/drawing/2014/main" id="{4B6BBA59-0C0E-EB10-798B-60BEB63E251E}"/>
              </a:ext>
            </a:extLst>
          </p:cNvPr>
          <p:cNvGraphicFramePr>
            <a:graphicFrameLocks noGrp="1"/>
          </p:cNvGraphicFramePr>
          <p:nvPr>
            <p:ph sz="quarter" idx="15"/>
            <p:extLst>
              <p:ext uri="{D42A27DB-BD31-4B8C-83A1-F6EECF244321}">
                <p14:modId xmlns:p14="http://schemas.microsoft.com/office/powerpoint/2010/main" val="3822081342"/>
              </p:ext>
            </p:extLst>
          </p:nvPr>
        </p:nvGraphicFramePr>
        <p:xfrm>
          <a:off x="753862" y="2025650"/>
          <a:ext cx="10580888" cy="4005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2">
            <a:extLst>
              <a:ext uri="{FF2B5EF4-FFF2-40B4-BE49-F238E27FC236}">
                <a16:creationId xmlns:a16="http://schemas.microsoft.com/office/drawing/2014/main" id="{FCEE1A79-FB24-F075-1D84-E2DDAD8DE465}"/>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7746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A341A-C08E-519C-1B98-72CD9E82F338}"/>
              </a:ext>
            </a:extLst>
          </p:cNvPr>
          <p:cNvSpPr>
            <a:spLocks noGrp="1"/>
          </p:cNvSpPr>
          <p:nvPr>
            <p:ph type="title"/>
          </p:nvPr>
        </p:nvSpPr>
        <p:spPr>
          <a:xfrm>
            <a:off x="735562" y="522081"/>
            <a:ext cx="10515600" cy="495300"/>
          </a:xfrm>
        </p:spPr>
        <p:txBody>
          <a:bodyPr anchor="ctr">
            <a:normAutofit/>
          </a:bodyPr>
          <a:lstStyle/>
          <a:p>
            <a:r>
              <a:rPr lang="en-US" sz="2700"/>
              <a:t>DATA PREPARATION</a:t>
            </a:r>
          </a:p>
        </p:txBody>
      </p:sp>
      <p:sp>
        <p:nvSpPr>
          <p:cNvPr id="4" name="Slide Number Placeholder 3">
            <a:extLst>
              <a:ext uri="{FF2B5EF4-FFF2-40B4-BE49-F238E27FC236}">
                <a16:creationId xmlns:a16="http://schemas.microsoft.com/office/drawing/2014/main" id="{DC6582C2-8253-4661-C68D-680EBC940481}"/>
              </a:ext>
            </a:extLst>
          </p:cNvPr>
          <p:cNvSpPr>
            <a:spLocks noGrp="1"/>
          </p:cNvSpPr>
          <p:nvPr>
            <p:ph type="sldNum" sz="quarter" idx="12"/>
          </p:nvPr>
        </p:nvSpPr>
        <p:spPr>
          <a:xfrm>
            <a:off x="753862" y="6356350"/>
            <a:ext cx="2743200" cy="365125"/>
          </a:xfrm>
        </p:spPr>
        <p:txBody>
          <a:bodyPr anchor="ctr">
            <a:normAutofit/>
          </a:bodyPr>
          <a:lstStyle/>
          <a:p>
            <a:pPr>
              <a:spcAft>
                <a:spcPts val="600"/>
              </a:spcAft>
            </a:pPr>
            <a:fld id="{7A9E80BB-C0DF-4F1B-8821-E3FD53412EFF}" type="slidenum">
              <a:rPr lang="en-US" smtClean="0"/>
              <a:pPr>
                <a:spcAft>
                  <a:spcPts val="600"/>
                </a:spcAft>
              </a:pPr>
              <a:t>11</a:t>
            </a:fld>
            <a:endParaRPr lang="en-US"/>
          </a:p>
        </p:txBody>
      </p:sp>
      <p:graphicFrame>
        <p:nvGraphicFramePr>
          <p:cNvPr id="6" name="Content Placeholder 2">
            <a:extLst>
              <a:ext uri="{FF2B5EF4-FFF2-40B4-BE49-F238E27FC236}">
                <a16:creationId xmlns:a16="http://schemas.microsoft.com/office/drawing/2014/main" id="{4E9ED76E-BABF-9AE2-7CCB-A39A5FD2D363}"/>
              </a:ext>
            </a:extLst>
          </p:cNvPr>
          <p:cNvGraphicFramePr>
            <a:graphicFrameLocks noGrp="1"/>
          </p:cNvGraphicFramePr>
          <p:nvPr>
            <p:ph sz="quarter" idx="15"/>
            <p:extLst>
              <p:ext uri="{D42A27DB-BD31-4B8C-83A1-F6EECF244321}">
                <p14:modId xmlns:p14="http://schemas.microsoft.com/office/powerpoint/2010/main" val="2207722608"/>
              </p:ext>
            </p:extLst>
          </p:nvPr>
        </p:nvGraphicFramePr>
        <p:xfrm>
          <a:off x="753862" y="2025650"/>
          <a:ext cx="10580888" cy="4005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9531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A341A-C08E-519C-1B98-72CD9E82F338}"/>
              </a:ext>
            </a:extLst>
          </p:cNvPr>
          <p:cNvSpPr>
            <a:spLocks noGrp="1"/>
          </p:cNvSpPr>
          <p:nvPr>
            <p:ph type="title"/>
          </p:nvPr>
        </p:nvSpPr>
        <p:spPr>
          <a:xfrm>
            <a:off x="735562" y="522081"/>
            <a:ext cx="10515600" cy="495300"/>
          </a:xfrm>
        </p:spPr>
        <p:txBody>
          <a:bodyPr anchor="ctr">
            <a:normAutofit/>
          </a:bodyPr>
          <a:lstStyle/>
          <a:p>
            <a:r>
              <a:rPr lang="en-US" sz="2700"/>
              <a:t>Vectorization</a:t>
            </a:r>
          </a:p>
        </p:txBody>
      </p:sp>
      <p:sp>
        <p:nvSpPr>
          <p:cNvPr id="4" name="Slide Number Placeholder 3">
            <a:extLst>
              <a:ext uri="{FF2B5EF4-FFF2-40B4-BE49-F238E27FC236}">
                <a16:creationId xmlns:a16="http://schemas.microsoft.com/office/drawing/2014/main" id="{DC6582C2-8253-4661-C68D-680EBC940481}"/>
              </a:ext>
            </a:extLst>
          </p:cNvPr>
          <p:cNvSpPr>
            <a:spLocks noGrp="1"/>
          </p:cNvSpPr>
          <p:nvPr>
            <p:ph type="sldNum" sz="quarter" idx="12"/>
          </p:nvPr>
        </p:nvSpPr>
        <p:spPr>
          <a:xfrm>
            <a:off x="753862" y="6356350"/>
            <a:ext cx="2743200" cy="365125"/>
          </a:xfrm>
        </p:spPr>
        <p:txBody>
          <a:bodyPr anchor="ctr">
            <a:normAutofit/>
          </a:bodyPr>
          <a:lstStyle/>
          <a:p>
            <a:pPr>
              <a:spcAft>
                <a:spcPts val="600"/>
              </a:spcAft>
            </a:pPr>
            <a:fld id="{7A9E80BB-C0DF-4F1B-8821-E3FD53412EFF}" type="slidenum">
              <a:rPr lang="en-US" smtClean="0"/>
              <a:pPr>
                <a:spcAft>
                  <a:spcPts val="600"/>
                </a:spcAft>
              </a:pPr>
              <a:t>12</a:t>
            </a:fld>
            <a:endParaRPr lang="en-US"/>
          </a:p>
        </p:txBody>
      </p:sp>
      <p:graphicFrame>
        <p:nvGraphicFramePr>
          <p:cNvPr id="6" name="Content Placeholder 2">
            <a:extLst>
              <a:ext uri="{FF2B5EF4-FFF2-40B4-BE49-F238E27FC236}">
                <a16:creationId xmlns:a16="http://schemas.microsoft.com/office/drawing/2014/main" id="{1B4CA3BA-3305-EBB9-01F5-5F515B33D0B8}"/>
              </a:ext>
            </a:extLst>
          </p:cNvPr>
          <p:cNvGraphicFramePr>
            <a:graphicFrameLocks noGrp="1"/>
          </p:cNvGraphicFramePr>
          <p:nvPr>
            <p:ph sz="quarter" idx="15"/>
            <p:extLst>
              <p:ext uri="{D42A27DB-BD31-4B8C-83A1-F6EECF244321}">
                <p14:modId xmlns:p14="http://schemas.microsoft.com/office/powerpoint/2010/main" val="1854269345"/>
              </p:ext>
            </p:extLst>
          </p:nvPr>
        </p:nvGraphicFramePr>
        <p:xfrm>
          <a:off x="753862" y="2025650"/>
          <a:ext cx="10580888" cy="4005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9836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A341A-C08E-519C-1B98-72CD9E82F338}"/>
              </a:ext>
            </a:extLst>
          </p:cNvPr>
          <p:cNvSpPr>
            <a:spLocks noGrp="1"/>
          </p:cNvSpPr>
          <p:nvPr>
            <p:ph type="title"/>
          </p:nvPr>
        </p:nvSpPr>
        <p:spPr>
          <a:xfrm>
            <a:off x="735562" y="514418"/>
            <a:ext cx="10515600" cy="501852"/>
          </a:xfrm>
        </p:spPr>
        <p:txBody>
          <a:bodyPr>
            <a:normAutofit/>
          </a:bodyPr>
          <a:lstStyle/>
          <a:p>
            <a:r>
              <a:rPr lang="en-US" sz="2700"/>
              <a:t>Modeling</a:t>
            </a:r>
          </a:p>
        </p:txBody>
      </p:sp>
      <p:sp>
        <p:nvSpPr>
          <p:cNvPr id="4" name="Slide Number Placeholder 3">
            <a:extLst>
              <a:ext uri="{FF2B5EF4-FFF2-40B4-BE49-F238E27FC236}">
                <a16:creationId xmlns:a16="http://schemas.microsoft.com/office/drawing/2014/main" id="{DC6582C2-8253-4661-C68D-680EBC940481}"/>
              </a:ext>
            </a:extLst>
          </p:cNvPr>
          <p:cNvSpPr>
            <a:spLocks noGrp="1"/>
          </p:cNvSpPr>
          <p:nvPr>
            <p:ph type="sldNum" sz="quarter" idx="12"/>
          </p:nvPr>
        </p:nvSpPr>
        <p:spPr>
          <a:xfrm>
            <a:off x="753862" y="6356350"/>
            <a:ext cx="2743200" cy="365125"/>
          </a:xfrm>
        </p:spPr>
        <p:txBody>
          <a:bodyPr anchor="ctr">
            <a:normAutofit/>
          </a:bodyPr>
          <a:lstStyle/>
          <a:p>
            <a:pPr>
              <a:spcAft>
                <a:spcPts val="600"/>
              </a:spcAft>
            </a:pPr>
            <a:fld id="{7A9E80BB-C0DF-4F1B-8821-E3FD53412EFF}" type="slidenum">
              <a:rPr lang="en-US" smtClean="0"/>
              <a:pPr>
                <a:spcAft>
                  <a:spcPts val="600"/>
                </a:spcAft>
              </a:pPr>
              <a:t>13</a:t>
            </a:fld>
            <a:endParaRPr lang="en-US"/>
          </a:p>
        </p:txBody>
      </p:sp>
      <p:graphicFrame>
        <p:nvGraphicFramePr>
          <p:cNvPr id="8" name="Content Placeholder 2">
            <a:extLst>
              <a:ext uri="{FF2B5EF4-FFF2-40B4-BE49-F238E27FC236}">
                <a16:creationId xmlns:a16="http://schemas.microsoft.com/office/drawing/2014/main" id="{212042FB-DD34-446E-E747-BD3B5B7036F7}"/>
              </a:ext>
            </a:extLst>
          </p:cNvPr>
          <p:cNvGraphicFramePr>
            <a:graphicFrameLocks noGrp="1"/>
          </p:cNvGraphicFramePr>
          <p:nvPr>
            <p:ph sz="quarter" idx="15"/>
            <p:extLst>
              <p:ext uri="{D42A27DB-BD31-4B8C-83A1-F6EECF244321}">
                <p14:modId xmlns:p14="http://schemas.microsoft.com/office/powerpoint/2010/main" val="4670280"/>
              </p:ext>
            </p:extLst>
          </p:nvPr>
        </p:nvGraphicFramePr>
        <p:xfrm>
          <a:off x="838200" y="1495425"/>
          <a:ext cx="10515600" cy="4649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6878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6582C2-8253-4661-C68D-680EBC940481}"/>
              </a:ext>
            </a:extLst>
          </p:cNvPr>
          <p:cNvSpPr>
            <a:spLocks noGrp="1"/>
          </p:cNvSpPr>
          <p:nvPr>
            <p:ph type="sldNum" sz="quarter" idx="12"/>
          </p:nvPr>
        </p:nvSpPr>
        <p:spPr>
          <a:xfrm>
            <a:off x="753862" y="6356350"/>
            <a:ext cx="2743200" cy="365125"/>
          </a:xfrm>
        </p:spPr>
        <p:txBody>
          <a:bodyPr anchor="ctr">
            <a:normAutofit/>
          </a:bodyPr>
          <a:lstStyle/>
          <a:p>
            <a:pPr>
              <a:spcAft>
                <a:spcPts val="600"/>
              </a:spcAft>
            </a:pPr>
            <a:fld id="{7A9E80BB-C0DF-4F1B-8821-E3FD53412EFF}" type="slidenum">
              <a:rPr lang="en-US" smtClean="0"/>
              <a:pPr>
                <a:spcAft>
                  <a:spcPts val="600"/>
                </a:spcAft>
              </a:pPr>
              <a:t>14</a:t>
            </a:fld>
            <a:endParaRPr lang="en-US"/>
          </a:p>
        </p:txBody>
      </p:sp>
      <p:graphicFrame>
        <p:nvGraphicFramePr>
          <p:cNvPr id="8" name="Content Placeholder 2">
            <a:extLst>
              <a:ext uri="{FF2B5EF4-FFF2-40B4-BE49-F238E27FC236}">
                <a16:creationId xmlns:a16="http://schemas.microsoft.com/office/drawing/2014/main" id="{212042FB-DD34-446E-E747-BD3B5B7036F7}"/>
              </a:ext>
            </a:extLst>
          </p:cNvPr>
          <p:cNvGraphicFramePr>
            <a:graphicFrameLocks noGrp="1"/>
          </p:cNvGraphicFramePr>
          <p:nvPr>
            <p:ph sz="quarter" idx="15"/>
            <p:extLst>
              <p:ext uri="{D42A27DB-BD31-4B8C-83A1-F6EECF244321}">
                <p14:modId xmlns:p14="http://schemas.microsoft.com/office/powerpoint/2010/main" val="553031118"/>
              </p:ext>
            </p:extLst>
          </p:nvPr>
        </p:nvGraphicFramePr>
        <p:xfrm>
          <a:off x="838200" y="1495425"/>
          <a:ext cx="10515600" cy="4649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7327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6582C2-8253-4661-C68D-680EBC940481}"/>
              </a:ext>
            </a:extLst>
          </p:cNvPr>
          <p:cNvSpPr>
            <a:spLocks noGrp="1"/>
          </p:cNvSpPr>
          <p:nvPr>
            <p:ph type="sldNum" sz="quarter" idx="12"/>
          </p:nvPr>
        </p:nvSpPr>
        <p:spPr>
          <a:xfrm>
            <a:off x="753862" y="6356350"/>
            <a:ext cx="2743200" cy="365125"/>
          </a:xfrm>
        </p:spPr>
        <p:txBody>
          <a:bodyPr anchor="ctr">
            <a:normAutofit/>
          </a:bodyPr>
          <a:lstStyle/>
          <a:p>
            <a:pPr>
              <a:spcAft>
                <a:spcPts val="600"/>
              </a:spcAft>
            </a:pPr>
            <a:fld id="{7A9E80BB-C0DF-4F1B-8821-E3FD53412EFF}" type="slidenum">
              <a:rPr lang="en-US" smtClean="0"/>
              <a:pPr>
                <a:spcAft>
                  <a:spcPts val="600"/>
                </a:spcAft>
              </a:pPr>
              <a:t>15</a:t>
            </a:fld>
            <a:endParaRPr lang="en-US"/>
          </a:p>
        </p:txBody>
      </p:sp>
      <p:graphicFrame>
        <p:nvGraphicFramePr>
          <p:cNvPr id="8" name="Content Placeholder 2">
            <a:extLst>
              <a:ext uri="{FF2B5EF4-FFF2-40B4-BE49-F238E27FC236}">
                <a16:creationId xmlns:a16="http://schemas.microsoft.com/office/drawing/2014/main" id="{212042FB-DD34-446E-E747-BD3B5B7036F7}"/>
              </a:ext>
            </a:extLst>
          </p:cNvPr>
          <p:cNvGraphicFramePr>
            <a:graphicFrameLocks noGrp="1"/>
          </p:cNvGraphicFramePr>
          <p:nvPr>
            <p:ph sz="quarter" idx="15"/>
            <p:extLst>
              <p:ext uri="{D42A27DB-BD31-4B8C-83A1-F6EECF244321}">
                <p14:modId xmlns:p14="http://schemas.microsoft.com/office/powerpoint/2010/main" val="1526546342"/>
              </p:ext>
            </p:extLst>
          </p:nvPr>
        </p:nvGraphicFramePr>
        <p:xfrm>
          <a:off x="838200" y="1495425"/>
          <a:ext cx="10515600" cy="4649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0864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6582C2-8253-4661-C68D-680EBC940481}"/>
              </a:ext>
            </a:extLst>
          </p:cNvPr>
          <p:cNvSpPr>
            <a:spLocks noGrp="1"/>
          </p:cNvSpPr>
          <p:nvPr>
            <p:ph type="sldNum" sz="quarter" idx="12"/>
          </p:nvPr>
        </p:nvSpPr>
        <p:spPr>
          <a:xfrm>
            <a:off x="753862" y="6356350"/>
            <a:ext cx="2743200" cy="365125"/>
          </a:xfrm>
        </p:spPr>
        <p:txBody>
          <a:bodyPr anchor="ctr">
            <a:normAutofit/>
          </a:bodyPr>
          <a:lstStyle/>
          <a:p>
            <a:pPr>
              <a:spcAft>
                <a:spcPts val="600"/>
              </a:spcAft>
            </a:pPr>
            <a:fld id="{7A9E80BB-C0DF-4F1B-8821-E3FD53412EFF}" type="slidenum">
              <a:rPr lang="en-US" smtClean="0"/>
              <a:pPr>
                <a:spcAft>
                  <a:spcPts val="600"/>
                </a:spcAft>
              </a:pPr>
              <a:t>16</a:t>
            </a:fld>
            <a:endParaRPr lang="en-US"/>
          </a:p>
        </p:txBody>
      </p:sp>
      <p:graphicFrame>
        <p:nvGraphicFramePr>
          <p:cNvPr id="8" name="Content Placeholder 2">
            <a:extLst>
              <a:ext uri="{FF2B5EF4-FFF2-40B4-BE49-F238E27FC236}">
                <a16:creationId xmlns:a16="http://schemas.microsoft.com/office/drawing/2014/main" id="{212042FB-DD34-446E-E747-BD3B5B7036F7}"/>
              </a:ext>
            </a:extLst>
          </p:cNvPr>
          <p:cNvGraphicFramePr>
            <a:graphicFrameLocks noGrp="1"/>
          </p:cNvGraphicFramePr>
          <p:nvPr>
            <p:ph sz="quarter" idx="15"/>
            <p:extLst>
              <p:ext uri="{D42A27DB-BD31-4B8C-83A1-F6EECF244321}">
                <p14:modId xmlns:p14="http://schemas.microsoft.com/office/powerpoint/2010/main" val="3111451859"/>
              </p:ext>
            </p:extLst>
          </p:nvPr>
        </p:nvGraphicFramePr>
        <p:xfrm>
          <a:off x="838200" y="1495425"/>
          <a:ext cx="10515600" cy="4649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3205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D1B7D-A3D4-7206-C83E-6329560569AD}"/>
              </a:ext>
            </a:extLst>
          </p:cNvPr>
          <p:cNvSpPr>
            <a:spLocks noGrp="1"/>
          </p:cNvSpPr>
          <p:nvPr>
            <p:ph type="title"/>
          </p:nvPr>
        </p:nvSpPr>
        <p:spPr/>
        <p:txBody>
          <a:bodyPr/>
          <a:lstStyle/>
          <a:p>
            <a:r>
              <a:rPr lang="en-US" dirty="0"/>
              <a:t>Accuracy</a:t>
            </a:r>
          </a:p>
        </p:txBody>
      </p:sp>
      <p:graphicFrame>
        <p:nvGraphicFramePr>
          <p:cNvPr id="5" name="Content Placeholder 4">
            <a:extLst>
              <a:ext uri="{FF2B5EF4-FFF2-40B4-BE49-F238E27FC236}">
                <a16:creationId xmlns:a16="http://schemas.microsoft.com/office/drawing/2014/main" id="{31BBA3F0-BC6E-68F5-13D8-41642436931F}"/>
              </a:ext>
            </a:extLst>
          </p:cNvPr>
          <p:cNvGraphicFramePr>
            <a:graphicFrameLocks noGrp="1"/>
          </p:cNvGraphicFramePr>
          <p:nvPr>
            <p:ph sz="quarter" idx="15"/>
            <p:extLst>
              <p:ext uri="{D42A27DB-BD31-4B8C-83A1-F6EECF244321}">
                <p14:modId xmlns:p14="http://schemas.microsoft.com/office/powerpoint/2010/main" val="2404542991"/>
              </p:ext>
            </p:extLst>
          </p:nvPr>
        </p:nvGraphicFramePr>
        <p:xfrm>
          <a:off x="2191109" y="2751827"/>
          <a:ext cx="6297283" cy="2475785"/>
        </p:xfrm>
        <a:graphic>
          <a:graphicData uri="http://schemas.openxmlformats.org/drawingml/2006/table">
            <a:tbl>
              <a:tblPr>
                <a:tableStyleId>{5C22544A-7EE6-4342-B048-85BDC9FD1C3A}</a:tableStyleId>
              </a:tblPr>
              <a:tblGrid>
                <a:gridCol w="5026778">
                  <a:extLst>
                    <a:ext uri="{9D8B030D-6E8A-4147-A177-3AD203B41FA5}">
                      <a16:colId xmlns:a16="http://schemas.microsoft.com/office/drawing/2014/main" val="2664661043"/>
                    </a:ext>
                  </a:extLst>
                </a:gridCol>
                <a:gridCol w="1270505">
                  <a:extLst>
                    <a:ext uri="{9D8B030D-6E8A-4147-A177-3AD203B41FA5}">
                      <a16:colId xmlns:a16="http://schemas.microsoft.com/office/drawing/2014/main" val="3401827426"/>
                    </a:ext>
                  </a:extLst>
                </a:gridCol>
              </a:tblGrid>
              <a:tr h="421955">
                <a:tc>
                  <a:txBody>
                    <a:bodyPr/>
                    <a:lstStyle/>
                    <a:p>
                      <a:pPr algn="ctr" fontAlgn="t"/>
                      <a:r>
                        <a:rPr lang="en-US" sz="1400" b="1" u="none" strike="noStrike" dirty="0">
                          <a:effectLst/>
                        </a:rPr>
                        <a:t>Classifiers</a:t>
                      </a:r>
                      <a:endParaRPr lang="en-US" sz="1400" b="1" i="0" u="none" strike="noStrike" dirty="0">
                        <a:solidFill>
                          <a:srgbClr val="000000"/>
                        </a:solidFill>
                        <a:effectLst/>
                        <a:latin typeface="Calibri" panose="020F0502020204030204" pitchFamily="34" charset="0"/>
                      </a:endParaRPr>
                    </a:p>
                  </a:txBody>
                  <a:tcPr marL="9525" marR="9525" marT="9525" marB="0"/>
                </a:tc>
                <a:tc>
                  <a:txBody>
                    <a:bodyPr/>
                    <a:lstStyle/>
                    <a:p>
                      <a:pPr algn="ctr" fontAlgn="t"/>
                      <a:r>
                        <a:rPr lang="en-US" sz="1400" b="1" u="none" strike="noStrike">
                          <a:effectLst/>
                        </a:rPr>
                        <a:t>Accuracy</a:t>
                      </a:r>
                      <a:endParaRPr lang="en-US" sz="1400" b="1" i="0" u="none" strike="noStrike">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137265492"/>
                  </a:ext>
                </a:extLst>
              </a:tr>
              <a:tr h="421955">
                <a:tc>
                  <a:txBody>
                    <a:bodyPr/>
                    <a:lstStyle/>
                    <a:p>
                      <a:pPr algn="ctr" fontAlgn="b"/>
                      <a:r>
                        <a:rPr lang="en-US" sz="1400" b="1" u="none" strike="noStrike" dirty="0" err="1">
                          <a:effectLst/>
                        </a:rPr>
                        <a:t>Logistic_Regression_CountVectorizer</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a:effectLst/>
                        </a:rPr>
                        <a:t>0.97</a:t>
                      </a:r>
                      <a:endParaRPr lang="en-US"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72273948"/>
                  </a:ext>
                </a:extLst>
              </a:tr>
              <a:tr h="233125">
                <a:tc>
                  <a:txBody>
                    <a:bodyPr/>
                    <a:lstStyle/>
                    <a:p>
                      <a:pPr algn="ctr" fontAlgn="b"/>
                      <a:r>
                        <a:rPr lang="en-US" sz="1400" b="1" u="none" strike="noStrike">
                          <a:effectLst/>
                        </a:rPr>
                        <a:t>Logistic_Regression_TF-IDF</a:t>
                      </a:r>
                      <a:endParaRPr lang="en-US" sz="1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a:effectLst/>
                        </a:rPr>
                        <a:t>0.931</a:t>
                      </a:r>
                      <a:endParaRPr lang="en-US"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27483533"/>
                  </a:ext>
                </a:extLst>
              </a:tr>
              <a:tr h="233125">
                <a:tc>
                  <a:txBody>
                    <a:bodyPr/>
                    <a:lstStyle/>
                    <a:p>
                      <a:pPr algn="ctr" fontAlgn="b"/>
                      <a:r>
                        <a:rPr lang="en-US" sz="1400" b="1" u="none" strike="noStrike">
                          <a:effectLst/>
                        </a:rPr>
                        <a:t>XGBoost_CountVectorizer</a:t>
                      </a:r>
                      <a:endParaRPr lang="en-US" sz="1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a:effectLst/>
                        </a:rPr>
                        <a:t>0.967</a:t>
                      </a:r>
                      <a:endParaRPr lang="en-US"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07184436"/>
                  </a:ext>
                </a:extLst>
              </a:tr>
              <a:tr h="233125">
                <a:tc>
                  <a:txBody>
                    <a:bodyPr/>
                    <a:lstStyle/>
                    <a:p>
                      <a:pPr algn="ctr" fontAlgn="b"/>
                      <a:r>
                        <a:rPr lang="en-US" sz="1400" b="1" u="none" strike="noStrike">
                          <a:effectLst/>
                        </a:rPr>
                        <a:t>XGBoost_TF-IDF</a:t>
                      </a:r>
                      <a:endParaRPr lang="en-US" sz="1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a:effectLst/>
                        </a:rPr>
                        <a:t>0.952</a:t>
                      </a:r>
                      <a:endParaRPr lang="en-US"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97765448"/>
                  </a:ext>
                </a:extLst>
              </a:tr>
              <a:tr h="233125">
                <a:tc>
                  <a:txBody>
                    <a:bodyPr/>
                    <a:lstStyle/>
                    <a:p>
                      <a:pPr algn="ctr" fontAlgn="b"/>
                      <a:r>
                        <a:rPr lang="en-US" sz="1400" b="1" u="none" strike="noStrike">
                          <a:effectLst/>
                        </a:rPr>
                        <a:t>Decision_Tree_CountVectorizer</a:t>
                      </a:r>
                      <a:endParaRPr lang="en-US" sz="1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a:effectLst/>
                        </a:rPr>
                        <a:t>0.949</a:t>
                      </a:r>
                      <a:endParaRPr lang="en-US"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76702495"/>
                  </a:ext>
                </a:extLst>
              </a:tr>
              <a:tr h="233125">
                <a:tc>
                  <a:txBody>
                    <a:bodyPr/>
                    <a:lstStyle/>
                    <a:p>
                      <a:pPr algn="ctr" fontAlgn="b"/>
                      <a:r>
                        <a:rPr lang="en-US" sz="1400" b="1" u="none" strike="noStrike">
                          <a:effectLst/>
                        </a:rPr>
                        <a:t>Decision_Tree_TF-IDF</a:t>
                      </a:r>
                      <a:endParaRPr lang="en-US" sz="1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a:effectLst/>
                        </a:rPr>
                        <a:t>0.943</a:t>
                      </a:r>
                      <a:endParaRPr lang="en-US"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43362311"/>
                  </a:ext>
                </a:extLst>
              </a:tr>
              <a:tr h="233125">
                <a:tc>
                  <a:txBody>
                    <a:bodyPr/>
                    <a:lstStyle/>
                    <a:p>
                      <a:pPr algn="ctr" fontAlgn="b"/>
                      <a:r>
                        <a:rPr lang="en-US" sz="1400" b="1" u="none" strike="noStrike">
                          <a:effectLst/>
                        </a:rPr>
                        <a:t>Naive_Bayes_CountVectorizer</a:t>
                      </a:r>
                      <a:endParaRPr lang="en-US" sz="1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a:effectLst/>
                        </a:rPr>
                        <a:t>0.983</a:t>
                      </a:r>
                      <a:endParaRPr lang="en-US"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80525411"/>
                  </a:ext>
                </a:extLst>
              </a:tr>
              <a:tr h="233125">
                <a:tc>
                  <a:txBody>
                    <a:bodyPr/>
                    <a:lstStyle/>
                    <a:p>
                      <a:pPr algn="ctr" fontAlgn="b"/>
                      <a:r>
                        <a:rPr lang="en-US" sz="1400" b="1" u="none" strike="noStrike">
                          <a:effectLst/>
                        </a:rPr>
                        <a:t>Naive_Bayes_TF-IDF</a:t>
                      </a:r>
                      <a:endParaRPr lang="en-US" sz="1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0.931</a:t>
                      </a:r>
                      <a:endParaRPr lang="en-US"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81302836"/>
                  </a:ext>
                </a:extLst>
              </a:tr>
            </a:tbl>
          </a:graphicData>
        </a:graphic>
      </p:graphicFrame>
      <p:sp>
        <p:nvSpPr>
          <p:cNvPr id="4" name="Slide Number Placeholder 3">
            <a:extLst>
              <a:ext uri="{FF2B5EF4-FFF2-40B4-BE49-F238E27FC236}">
                <a16:creationId xmlns:a16="http://schemas.microsoft.com/office/drawing/2014/main" id="{3C7BC086-F479-EC84-3A42-829E215503AB}"/>
              </a:ext>
            </a:extLst>
          </p:cNvPr>
          <p:cNvSpPr>
            <a:spLocks noGrp="1"/>
          </p:cNvSpPr>
          <p:nvPr>
            <p:ph type="sldNum" sz="quarter" idx="12"/>
          </p:nvPr>
        </p:nvSpPr>
        <p:spPr/>
        <p:txBody>
          <a:bodyPr/>
          <a:lstStyle/>
          <a:p>
            <a:fld id="{7A9E80BB-C0DF-4F1B-8821-E3FD53412EFF}" type="slidenum">
              <a:rPr lang="en-US" smtClean="0"/>
              <a:pPr/>
              <a:t>17</a:t>
            </a:fld>
            <a:endParaRPr lang="en-US" dirty="0"/>
          </a:p>
        </p:txBody>
      </p:sp>
    </p:spTree>
    <p:extLst>
      <p:ext uri="{BB962C8B-B14F-4D97-AF65-F5344CB8AC3E}">
        <p14:creationId xmlns:p14="http://schemas.microsoft.com/office/powerpoint/2010/main" val="1253571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5695D-9934-BC7E-6518-03450946D7B9}"/>
              </a:ext>
            </a:extLst>
          </p:cNvPr>
          <p:cNvSpPr>
            <a:spLocks noGrp="1"/>
          </p:cNvSpPr>
          <p:nvPr>
            <p:ph type="title"/>
          </p:nvPr>
        </p:nvSpPr>
        <p:spPr/>
        <p:txBody>
          <a:bodyPr/>
          <a:lstStyle/>
          <a:p>
            <a:r>
              <a:rPr lang="en-US" dirty="0"/>
              <a:t>AUC</a:t>
            </a:r>
          </a:p>
        </p:txBody>
      </p:sp>
      <p:graphicFrame>
        <p:nvGraphicFramePr>
          <p:cNvPr id="6" name="Content Placeholder 5">
            <a:extLst>
              <a:ext uri="{FF2B5EF4-FFF2-40B4-BE49-F238E27FC236}">
                <a16:creationId xmlns:a16="http://schemas.microsoft.com/office/drawing/2014/main" id="{C93283E0-B460-B7A1-E14E-6121F85FDDA1}"/>
              </a:ext>
            </a:extLst>
          </p:cNvPr>
          <p:cNvGraphicFramePr>
            <a:graphicFrameLocks noGrp="1"/>
          </p:cNvGraphicFramePr>
          <p:nvPr>
            <p:ph sz="quarter" idx="15"/>
            <p:extLst>
              <p:ext uri="{D42A27DB-BD31-4B8C-83A1-F6EECF244321}">
                <p14:modId xmlns:p14="http://schemas.microsoft.com/office/powerpoint/2010/main" val="3890035531"/>
              </p:ext>
            </p:extLst>
          </p:nvPr>
        </p:nvGraphicFramePr>
        <p:xfrm>
          <a:off x="1854679" y="2898475"/>
          <a:ext cx="6676846" cy="2472573"/>
        </p:xfrm>
        <a:graphic>
          <a:graphicData uri="http://schemas.openxmlformats.org/drawingml/2006/table">
            <a:tbl>
              <a:tblPr>
                <a:tableStyleId>{5C22544A-7EE6-4342-B048-85BDC9FD1C3A}</a:tableStyleId>
              </a:tblPr>
              <a:tblGrid>
                <a:gridCol w="5678439">
                  <a:extLst>
                    <a:ext uri="{9D8B030D-6E8A-4147-A177-3AD203B41FA5}">
                      <a16:colId xmlns:a16="http://schemas.microsoft.com/office/drawing/2014/main" val="1064642171"/>
                    </a:ext>
                  </a:extLst>
                </a:gridCol>
                <a:gridCol w="998407">
                  <a:extLst>
                    <a:ext uri="{9D8B030D-6E8A-4147-A177-3AD203B41FA5}">
                      <a16:colId xmlns:a16="http://schemas.microsoft.com/office/drawing/2014/main" val="2852130826"/>
                    </a:ext>
                  </a:extLst>
                </a:gridCol>
              </a:tblGrid>
              <a:tr h="246218">
                <a:tc>
                  <a:txBody>
                    <a:bodyPr/>
                    <a:lstStyle/>
                    <a:p>
                      <a:pPr algn="ctr" fontAlgn="t"/>
                      <a:r>
                        <a:rPr lang="en-US" sz="1600" b="1" u="none" strike="noStrike" dirty="0">
                          <a:effectLst/>
                        </a:rPr>
                        <a:t>Classifiers</a:t>
                      </a:r>
                      <a:endParaRPr lang="en-US" sz="1600" b="1" i="0" u="none" strike="noStrike" dirty="0">
                        <a:solidFill>
                          <a:srgbClr val="000000"/>
                        </a:solidFill>
                        <a:effectLst/>
                        <a:latin typeface="Calibri" panose="020F0502020204030204" pitchFamily="34" charset="0"/>
                      </a:endParaRPr>
                    </a:p>
                  </a:txBody>
                  <a:tcPr marL="9525" marR="9525" marT="9525" marB="0"/>
                </a:tc>
                <a:tc>
                  <a:txBody>
                    <a:bodyPr/>
                    <a:lstStyle/>
                    <a:p>
                      <a:pPr algn="ctr" fontAlgn="t"/>
                      <a:r>
                        <a:rPr lang="en-US" sz="1600" b="1" u="none" strike="noStrike">
                          <a:effectLst/>
                        </a:rPr>
                        <a:t>AUC</a:t>
                      </a:r>
                      <a:endParaRPr lang="en-US" sz="1600" b="1" i="0" u="none" strike="noStrike">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960835795"/>
                  </a:ext>
                </a:extLst>
              </a:tr>
              <a:tr h="445653">
                <a:tc>
                  <a:txBody>
                    <a:bodyPr/>
                    <a:lstStyle/>
                    <a:p>
                      <a:pPr algn="ctr" fontAlgn="b"/>
                      <a:r>
                        <a:rPr lang="en-US" sz="1600" b="1" u="none" strike="noStrike" dirty="0" err="1">
                          <a:effectLst/>
                        </a:rPr>
                        <a:t>Logistic_Regression_CountVectorizer</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b="1" u="none" strike="noStrike">
                          <a:effectLst/>
                        </a:rPr>
                        <a:t>0.89</a:t>
                      </a:r>
                      <a:endParaRPr lang="en-US" sz="16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52184104"/>
                  </a:ext>
                </a:extLst>
              </a:tr>
              <a:tr h="246218">
                <a:tc>
                  <a:txBody>
                    <a:bodyPr/>
                    <a:lstStyle/>
                    <a:p>
                      <a:pPr algn="ctr" fontAlgn="b"/>
                      <a:r>
                        <a:rPr lang="en-US" sz="1600" b="1" u="none" strike="noStrike" dirty="0" err="1">
                          <a:effectLst/>
                        </a:rPr>
                        <a:t>Logistic_Regression_TF</a:t>
                      </a:r>
                      <a:r>
                        <a:rPr lang="en-US" sz="1600" b="1" u="none" strike="noStrike" dirty="0">
                          <a:effectLst/>
                        </a:rPr>
                        <a:t>-IDF</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b="1" u="none" strike="noStrike">
                          <a:effectLst/>
                        </a:rPr>
                        <a:t>0.744</a:t>
                      </a:r>
                      <a:endParaRPr lang="en-US" sz="16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60557230"/>
                  </a:ext>
                </a:extLst>
              </a:tr>
              <a:tr h="246218">
                <a:tc>
                  <a:txBody>
                    <a:bodyPr/>
                    <a:lstStyle/>
                    <a:p>
                      <a:pPr algn="ctr" fontAlgn="b"/>
                      <a:r>
                        <a:rPr lang="en-US" sz="1600" b="1" u="none" strike="noStrike">
                          <a:effectLst/>
                        </a:rPr>
                        <a:t>XGBoost_CountVectorizer</a:t>
                      </a:r>
                      <a:endParaRPr lang="en-US" sz="16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b="1" u="none" strike="noStrike">
                          <a:effectLst/>
                        </a:rPr>
                        <a:t>0.905</a:t>
                      </a:r>
                      <a:endParaRPr lang="en-US" sz="16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08231286"/>
                  </a:ext>
                </a:extLst>
              </a:tr>
              <a:tr h="246218">
                <a:tc>
                  <a:txBody>
                    <a:bodyPr/>
                    <a:lstStyle/>
                    <a:p>
                      <a:pPr algn="ctr" fontAlgn="b"/>
                      <a:r>
                        <a:rPr lang="en-US" sz="1600" b="1" u="none" strike="noStrike">
                          <a:effectLst/>
                        </a:rPr>
                        <a:t>XGBoost_TF-IDF</a:t>
                      </a:r>
                      <a:endParaRPr lang="en-US" sz="16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b="1" u="none" strike="noStrike">
                          <a:effectLst/>
                        </a:rPr>
                        <a:t>0.829</a:t>
                      </a:r>
                      <a:endParaRPr lang="en-US" sz="16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65342255"/>
                  </a:ext>
                </a:extLst>
              </a:tr>
              <a:tr h="246218">
                <a:tc>
                  <a:txBody>
                    <a:bodyPr/>
                    <a:lstStyle/>
                    <a:p>
                      <a:pPr algn="ctr" fontAlgn="b"/>
                      <a:r>
                        <a:rPr lang="en-US" sz="1600" b="1" u="none" strike="noStrike">
                          <a:effectLst/>
                        </a:rPr>
                        <a:t>Decision_Tree_CountVectorizer</a:t>
                      </a:r>
                      <a:endParaRPr lang="en-US" sz="16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b="1" u="none" strike="noStrike">
                          <a:effectLst/>
                        </a:rPr>
                        <a:t>0.845</a:t>
                      </a:r>
                      <a:endParaRPr lang="en-US" sz="16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58705842"/>
                  </a:ext>
                </a:extLst>
              </a:tr>
              <a:tr h="246218">
                <a:tc>
                  <a:txBody>
                    <a:bodyPr/>
                    <a:lstStyle/>
                    <a:p>
                      <a:pPr algn="ctr" fontAlgn="b"/>
                      <a:r>
                        <a:rPr lang="en-US" sz="1600" b="1" u="none" strike="noStrike">
                          <a:effectLst/>
                        </a:rPr>
                        <a:t>Decision_Tree_TF-IDF</a:t>
                      </a:r>
                      <a:endParaRPr lang="en-US" sz="16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b="1" u="none" strike="noStrike">
                          <a:effectLst/>
                        </a:rPr>
                        <a:t>0.839</a:t>
                      </a:r>
                      <a:endParaRPr lang="en-US" sz="16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41516850"/>
                  </a:ext>
                </a:extLst>
              </a:tr>
              <a:tr h="246218">
                <a:tc>
                  <a:txBody>
                    <a:bodyPr/>
                    <a:lstStyle/>
                    <a:p>
                      <a:pPr algn="ctr" fontAlgn="b"/>
                      <a:r>
                        <a:rPr lang="en-US" sz="1600" b="1" u="none" strike="noStrike">
                          <a:effectLst/>
                        </a:rPr>
                        <a:t>Naive_Bayes_CountVectorizer</a:t>
                      </a:r>
                      <a:endParaRPr lang="en-US" sz="16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b="1" u="none" strike="noStrike">
                          <a:effectLst/>
                        </a:rPr>
                        <a:t>0.944</a:t>
                      </a:r>
                      <a:endParaRPr lang="en-US" sz="16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21830519"/>
                  </a:ext>
                </a:extLst>
              </a:tr>
              <a:tr h="246218">
                <a:tc>
                  <a:txBody>
                    <a:bodyPr/>
                    <a:lstStyle/>
                    <a:p>
                      <a:pPr algn="ctr" fontAlgn="b"/>
                      <a:r>
                        <a:rPr lang="en-US" sz="1600" b="1" u="none" strike="noStrike">
                          <a:effectLst/>
                        </a:rPr>
                        <a:t>Naive_Bayes_TF-IDF</a:t>
                      </a:r>
                      <a:endParaRPr lang="en-US" sz="16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b="1" u="none" strike="noStrike" dirty="0">
                          <a:effectLst/>
                        </a:rPr>
                        <a:t>0.738</a:t>
                      </a:r>
                      <a:endParaRPr lang="en-US"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5655158"/>
                  </a:ext>
                </a:extLst>
              </a:tr>
            </a:tbl>
          </a:graphicData>
        </a:graphic>
      </p:graphicFrame>
      <p:sp>
        <p:nvSpPr>
          <p:cNvPr id="4" name="Slide Number Placeholder 3">
            <a:extLst>
              <a:ext uri="{FF2B5EF4-FFF2-40B4-BE49-F238E27FC236}">
                <a16:creationId xmlns:a16="http://schemas.microsoft.com/office/drawing/2014/main" id="{BE9FDF5D-C44E-2649-494E-803AAF499869}"/>
              </a:ext>
            </a:extLst>
          </p:cNvPr>
          <p:cNvSpPr>
            <a:spLocks noGrp="1"/>
          </p:cNvSpPr>
          <p:nvPr>
            <p:ph type="sldNum" sz="quarter" idx="12"/>
          </p:nvPr>
        </p:nvSpPr>
        <p:spPr/>
        <p:txBody>
          <a:bodyPr/>
          <a:lstStyle/>
          <a:p>
            <a:fld id="{7A9E80BB-C0DF-4F1B-8821-E3FD53412EFF}" type="slidenum">
              <a:rPr lang="en-US" smtClean="0"/>
              <a:pPr/>
              <a:t>18</a:t>
            </a:fld>
            <a:endParaRPr lang="en-US" dirty="0"/>
          </a:p>
        </p:txBody>
      </p:sp>
    </p:spTree>
    <p:extLst>
      <p:ext uri="{BB962C8B-B14F-4D97-AF65-F5344CB8AC3E}">
        <p14:creationId xmlns:p14="http://schemas.microsoft.com/office/powerpoint/2010/main" val="3938081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F9E78-2159-A8E3-ED9C-1C9EBEAE0E08}"/>
              </a:ext>
            </a:extLst>
          </p:cNvPr>
          <p:cNvSpPr>
            <a:spLocks noGrp="1"/>
          </p:cNvSpPr>
          <p:nvPr>
            <p:ph type="title"/>
          </p:nvPr>
        </p:nvSpPr>
        <p:spPr>
          <a:xfrm>
            <a:off x="763193" y="546310"/>
            <a:ext cx="7121174" cy="495301"/>
          </a:xfrm>
        </p:spPr>
        <p:txBody>
          <a:bodyPr>
            <a:normAutofit/>
          </a:bodyPr>
          <a:lstStyle/>
          <a:p>
            <a:r>
              <a:rPr lang="en-US" sz="2700"/>
              <a:t>Conclusion and future work</a:t>
            </a:r>
          </a:p>
        </p:txBody>
      </p:sp>
      <p:sp>
        <p:nvSpPr>
          <p:cNvPr id="4" name="Slide Number Placeholder 3">
            <a:extLst>
              <a:ext uri="{FF2B5EF4-FFF2-40B4-BE49-F238E27FC236}">
                <a16:creationId xmlns:a16="http://schemas.microsoft.com/office/drawing/2014/main" id="{99DFA62D-8EA9-9D5F-055F-AEEE4E7E7CC9}"/>
              </a:ext>
            </a:extLst>
          </p:cNvPr>
          <p:cNvSpPr>
            <a:spLocks noGrp="1"/>
          </p:cNvSpPr>
          <p:nvPr>
            <p:ph type="sldNum" sz="quarter" idx="12"/>
          </p:nvPr>
        </p:nvSpPr>
        <p:spPr>
          <a:xfrm>
            <a:off x="753862" y="6356350"/>
            <a:ext cx="2743200" cy="365125"/>
          </a:xfrm>
        </p:spPr>
        <p:txBody>
          <a:bodyPr anchor="ctr">
            <a:normAutofit/>
          </a:bodyPr>
          <a:lstStyle/>
          <a:p>
            <a:pPr>
              <a:spcAft>
                <a:spcPts val="600"/>
              </a:spcAft>
            </a:pPr>
            <a:fld id="{7A9E80BB-C0DF-4F1B-8821-E3FD53412EFF}" type="slidenum">
              <a:rPr lang="en-US" smtClean="0"/>
              <a:pPr>
                <a:spcAft>
                  <a:spcPts val="600"/>
                </a:spcAft>
              </a:pPr>
              <a:t>19</a:t>
            </a:fld>
            <a:endParaRPr lang="en-US"/>
          </a:p>
        </p:txBody>
      </p:sp>
      <p:graphicFrame>
        <p:nvGraphicFramePr>
          <p:cNvPr id="6" name="Content Placeholder 2">
            <a:extLst>
              <a:ext uri="{FF2B5EF4-FFF2-40B4-BE49-F238E27FC236}">
                <a16:creationId xmlns:a16="http://schemas.microsoft.com/office/drawing/2014/main" id="{4A477BBF-EFF0-E1F8-F329-D77DA926B127}"/>
              </a:ext>
            </a:extLst>
          </p:cNvPr>
          <p:cNvGraphicFramePr>
            <a:graphicFrameLocks noGrp="1"/>
          </p:cNvGraphicFramePr>
          <p:nvPr>
            <p:ph sz="quarter" idx="15"/>
            <p:extLst>
              <p:ext uri="{D42A27DB-BD31-4B8C-83A1-F6EECF244321}">
                <p14:modId xmlns:p14="http://schemas.microsoft.com/office/powerpoint/2010/main" val="3830751169"/>
              </p:ext>
            </p:extLst>
          </p:nvPr>
        </p:nvGraphicFramePr>
        <p:xfrm>
          <a:off x="847725" y="1528474"/>
          <a:ext cx="6450013" cy="4128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3362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30BD8-58FA-11F9-CF9F-B94348095FA2}"/>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B07BA2C-68F0-CB88-5454-6AD191513EFF}"/>
              </a:ext>
            </a:extLst>
          </p:cNvPr>
          <p:cNvSpPr>
            <a:spLocks noGrp="1"/>
          </p:cNvSpPr>
          <p:nvPr>
            <p:ph sz="quarter" idx="15"/>
          </p:nvPr>
        </p:nvSpPr>
        <p:spPr/>
        <p:txBody>
          <a:bodyPr/>
          <a:lstStyle/>
          <a:p>
            <a:pPr marL="342900" marR="0" lvl="0" indent="-342900">
              <a:lnSpc>
                <a:spcPct val="107000"/>
              </a:lnSpc>
              <a:spcBef>
                <a:spcPts val="0"/>
              </a:spcBef>
              <a:spcAft>
                <a:spcPts val="0"/>
              </a:spcAft>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Gilchan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Park. "Ontological Detection of Phishing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Emails."</a:t>
            </a:r>
            <a:r>
              <a:rPr lang="en-US" sz="1800" u="sng" dirty="0" err="1">
                <a:solidFill>
                  <a:srgbClr val="0563C1"/>
                </a:solidFill>
                <a:effectLst/>
                <a:latin typeface="system-ui"/>
                <a:ea typeface="system-ui"/>
                <a:cs typeface="system-ui"/>
                <a:hlinkClick r:id="rId2"/>
              </a:rPr>
              <a:t>https</a:t>
            </a:r>
            <a:r>
              <a:rPr lang="en-US" sz="1800" u="sng" dirty="0">
                <a:solidFill>
                  <a:srgbClr val="0563C1"/>
                </a:solidFill>
                <a:effectLst/>
                <a:latin typeface="system-ui"/>
                <a:ea typeface="system-ui"/>
                <a:cs typeface="system-ui"/>
                <a:hlinkClick r:id="rId2"/>
              </a:rPr>
              <a:t>://ieeexplore.ieee.org/document/8616482/</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Bhuvaneshwari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Nagaraja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Rao, Y. Harold Robinson. "Spam review detection using self-attention-based CNN and bi-directional LSTM." January 25, 2021.</a:t>
            </a:r>
            <a:r>
              <a:rPr lang="en-US" sz="1800" u="sng" dirty="0">
                <a:solidFill>
                  <a:srgbClr val="0563C1"/>
                </a:solidFill>
                <a:effectLst/>
                <a:latin typeface="system-ui"/>
                <a:ea typeface="system-ui"/>
                <a:cs typeface="system-ui"/>
                <a:hlinkClick r:id="rId3"/>
              </a:rPr>
              <a:t>https://www.researchgate.net/publication/349336797_Spam_review_detection_using_self_attention_based_CNN_and_bi-directional_LSTM</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Hina Tufail, M. Usman Ashraf, Khalid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Alsubhi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Hani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Moaiteq</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Aljahdali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Effect of Fake Reviews on e-Commerce During and After Covid-19 Pandemic: SKL-Based Fake Reviews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Detection."</a:t>
            </a:r>
            <a:r>
              <a:rPr lang="en-US" sz="1800" u="sng" dirty="0" err="1">
                <a:solidFill>
                  <a:srgbClr val="0563C1"/>
                </a:solidFill>
                <a:effectLst/>
                <a:latin typeface="system-ui"/>
                <a:ea typeface="system-ui"/>
                <a:cs typeface="system-ui"/>
                <a:hlinkClick r:id="rId4"/>
              </a:rPr>
              <a:t>https</a:t>
            </a:r>
            <a:r>
              <a:rPr lang="en-US" sz="1800" u="sng" dirty="0">
                <a:solidFill>
                  <a:srgbClr val="0563C1"/>
                </a:solidFill>
                <a:effectLst/>
                <a:latin typeface="system-ui"/>
                <a:ea typeface="system-ui"/>
                <a:cs typeface="system-ui"/>
                <a:hlinkClick r:id="rId4"/>
              </a:rPr>
              <a:t>://ieeexplore.ieee.org/iel7/6287639/9668973/09716933.pdf</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Fei Jiang, Yong Jiang, Hui Zhi, Yi Dong, Hao Li,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Sufeng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Ma,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Yilong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Wang,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Qiang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Dong,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Haipeng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Shen,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Yongjun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Wang. "Artificial intelligence in healthcare: past, present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future."</a:t>
            </a:r>
            <a:r>
              <a:rPr lang="en-US" sz="1800" u="sng" dirty="0" err="1">
                <a:solidFill>
                  <a:srgbClr val="0563C1"/>
                </a:solidFill>
                <a:effectLst/>
                <a:latin typeface="system-ui"/>
                <a:ea typeface="system-ui"/>
                <a:cs typeface="system-ui"/>
                <a:hlinkClick r:id="rId5"/>
              </a:rPr>
              <a:t>https</a:t>
            </a:r>
            <a:r>
              <a:rPr lang="en-US" sz="1800" u="sng" dirty="0">
                <a:solidFill>
                  <a:srgbClr val="0563C1"/>
                </a:solidFill>
                <a:effectLst/>
                <a:latin typeface="system-ui"/>
                <a:ea typeface="system-ui"/>
                <a:cs typeface="system-ui"/>
                <a:hlinkClick r:id="rId5"/>
              </a:rPr>
              <a:t>://www.researchgate.net/publication/317880442_Artificial_intelligence_in_healthcare_past_present_and_future</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Sunil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Gundapu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Radhika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Mamidi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"Transformer-based Automatic COVID-19 Fake News Detection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System."</a:t>
            </a:r>
            <a:r>
              <a:rPr lang="en-US" sz="1800" u="sng" dirty="0" err="1">
                <a:solidFill>
                  <a:srgbClr val="0563C1"/>
                </a:solidFill>
                <a:effectLst/>
                <a:latin typeface="system-ui"/>
                <a:ea typeface="system-ui"/>
                <a:cs typeface="system-ui"/>
                <a:hlinkClick r:id="rId6"/>
              </a:rPr>
              <a:t>https</a:t>
            </a:r>
            <a:r>
              <a:rPr lang="en-US" sz="1800" u="sng" dirty="0">
                <a:solidFill>
                  <a:srgbClr val="0563C1"/>
                </a:solidFill>
                <a:effectLst/>
                <a:latin typeface="system-ui"/>
                <a:ea typeface="system-ui"/>
                <a:cs typeface="system-ui"/>
                <a:hlinkClick r:id="rId6"/>
              </a:rPr>
              <a:t>://arxiv.org/abs/2101.00180</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solidFill>
                  <a:srgbClr val="2E414F"/>
                </a:solidFill>
                <a:effectLst/>
                <a:latin typeface="Roboto" panose="02000000000000000000" pitchFamily="2" charset="0"/>
                <a:ea typeface="Calibri" panose="020F0502020204030204" pitchFamily="34" charset="0"/>
                <a:cs typeface="Times New Roman" panose="02020603050405020304" pitchFamily="18" charset="0"/>
              </a:rPr>
              <a:t>Singh, Param Deep and Jitendra Raghuvanshi. "Rising of Text Mining Technique: As Unforeseen-part of Data Mining." </a:t>
            </a:r>
            <a:r>
              <a:rPr lang="en-US" sz="1800" i="1" dirty="0">
                <a:solidFill>
                  <a:srgbClr val="2E414F"/>
                </a:solidFill>
                <a:effectLst/>
                <a:latin typeface="Roboto" panose="02000000000000000000" pitchFamily="2" charset="0"/>
                <a:ea typeface="Calibri" panose="020F0502020204030204" pitchFamily="34" charset="0"/>
                <a:cs typeface="Times New Roman" panose="02020603050405020304" pitchFamily="18" charset="0"/>
              </a:rPr>
              <a:t>International Journal of Advanced Research in Computer Science and Electronics Engineering</a:t>
            </a:r>
            <a:r>
              <a:rPr lang="en-US" sz="1800" dirty="0">
                <a:solidFill>
                  <a:srgbClr val="2E414F"/>
                </a:solidFill>
                <a:effectLst/>
                <a:latin typeface="Roboto" panose="02000000000000000000" pitchFamily="2" charset="0"/>
                <a:ea typeface="Calibri" panose="020F0502020204030204" pitchFamily="34" charset="0"/>
                <a:cs typeface="Times New Roman" panose="02020603050405020304" pitchFamily="18" charset="0"/>
              </a:rPr>
              <a:t> 1 (2012)</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E9775FB4-C219-5514-4E5E-0DDF89EDF3C7}"/>
              </a:ext>
            </a:extLst>
          </p:cNvPr>
          <p:cNvSpPr>
            <a:spLocks noGrp="1"/>
          </p:cNvSpPr>
          <p:nvPr>
            <p:ph type="sldNum" sz="quarter" idx="12"/>
          </p:nvPr>
        </p:nvSpPr>
        <p:spPr/>
        <p:txBody>
          <a:bodyPr/>
          <a:lstStyle/>
          <a:p>
            <a:fld id="{7A9E80BB-C0DF-4F1B-8821-E3FD53412EFF}" type="slidenum">
              <a:rPr lang="en-US" smtClean="0"/>
              <a:pPr/>
              <a:t>20</a:t>
            </a:fld>
            <a:endParaRPr lang="en-US" dirty="0"/>
          </a:p>
        </p:txBody>
      </p:sp>
    </p:spTree>
    <p:extLst>
      <p:ext uri="{BB962C8B-B14F-4D97-AF65-F5344CB8AC3E}">
        <p14:creationId xmlns:p14="http://schemas.microsoft.com/office/powerpoint/2010/main" val="1905293341"/>
      </p:ext>
    </p:extLst>
  </p:cSld>
  <p:clrMapOvr>
    <a:masterClrMapping/>
  </p:clrMapOvr>
</p:sld>
</file>

<file path=ppt/theme/theme1.xml><?xml version="1.0" encoding="utf-8"?>
<a:theme xmlns:a="http://schemas.openxmlformats.org/drawingml/2006/main" name="Office Theme">
  <a:themeElements>
    <a:clrScheme name="Custom 20">
      <a:dk1>
        <a:sysClr val="windowText" lastClr="000000"/>
      </a:dk1>
      <a:lt1>
        <a:sysClr val="window" lastClr="FFFFFF"/>
      </a:lt1>
      <a:dk2>
        <a:srgbClr val="44546A"/>
      </a:dk2>
      <a:lt2>
        <a:srgbClr val="E7E6E6"/>
      </a:lt2>
      <a:accent1>
        <a:srgbClr val="555973"/>
      </a:accent1>
      <a:accent2>
        <a:srgbClr val="8189A2"/>
      </a:accent2>
      <a:accent3>
        <a:srgbClr val="BB9569"/>
      </a:accent3>
      <a:accent4>
        <a:srgbClr val="A25526"/>
      </a:accent4>
      <a:accent5>
        <a:srgbClr val="EEECE0"/>
      </a:accent5>
      <a:accent6>
        <a:srgbClr val="592A0E"/>
      </a:accent6>
      <a:hlink>
        <a:srgbClr val="0563C1"/>
      </a:hlink>
      <a:folHlink>
        <a:srgbClr val="954F72"/>
      </a:folHlink>
    </a:clrScheme>
    <a:fontScheme name="Custom 1">
      <a:majorFont>
        <a:latin typeface="Franklin Gothic Demi Cond"/>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 Presentation_TM16411254_Win32_JC_SL_v3.potx" id="{A49F532D-B704-4DFF-BADB-F4289203C174}" vid="{D1827142-D2F0-440A-808F-EAD0984C5F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6AFC83-AE02-40B8-BC2C-6B2B88106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621FE4-3184-49E6-95AD-A045530002EF}">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10F98B39-7EBA-4823-84A5-26F47879986F}">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Modern presentation</Template>
  <TotalTime>1902</TotalTime>
  <Words>1430</Words>
  <Application>Microsoft Office PowerPoint</Application>
  <PresentationFormat>Widescreen</PresentationFormat>
  <Paragraphs>176</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Franklin Gothic Demi Cond</vt:lpstr>
      <vt:lpstr>Roboto</vt:lpstr>
      <vt:lpstr>Segoe UI Light</vt:lpstr>
      <vt:lpstr>system-ui</vt:lpstr>
      <vt:lpstr>Times New Roman</vt:lpstr>
      <vt:lpstr>Univers Light</vt:lpstr>
      <vt:lpstr>Office Theme</vt:lpstr>
      <vt:lpstr>DETECTION OF FAKE SMS</vt:lpstr>
      <vt:lpstr>agenda</vt:lpstr>
      <vt:lpstr>Introduction</vt:lpstr>
      <vt:lpstr>motivation</vt:lpstr>
      <vt:lpstr>Previous work</vt:lpstr>
      <vt:lpstr>Continued…</vt:lpstr>
      <vt:lpstr>Problem statement</vt:lpstr>
      <vt:lpstr>METHODOLOGY – KDD </vt:lpstr>
      <vt:lpstr> business understanding</vt:lpstr>
      <vt:lpstr>DATA UNDERSTANDING</vt:lpstr>
      <vt:lpstr>DATA PREPARATION</vt:lpstr>
      <vt:lpstr>Vectorization</vt:lpstr>
      <vt:lpstr>Modeling</vt:lpstr>
      <vt:lpstr>PowerPoint Presentation</vt:lpstr>
      <vt:lpstr>PowerPoint Presentation</vt:lpstr>
      <vt:lpstr>PowerPoint Presentation</vt:lpstr>
      <vt:lpstr>Accuracy</vt:lpstr>
      <vt:lpstr>AUC</vt:lpstr>
      <vt:lpstr>Conclusion and 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 Analysis of Ukraine and Russia War- A Sentiment Analysis Approach</dc:title>
  <dc:creator>Jagjeet Kumar</dc:creator>
  <cp:lastModifiedBy>ATHUL SHAJI</cp:lastModifiedBy>
  <cp:revision>16</cp:revision>
  <dcterms:created xsi:type="dcterms:W3CDTF">2023-10-19T11:17:04Z</dcterms:created>
  <dcterms:modified xsi:type="dcterms:W3CDTF">2024-01-08T08:15:53Z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